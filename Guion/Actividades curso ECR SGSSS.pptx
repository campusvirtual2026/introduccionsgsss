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60" r:id="rId6"/>
    <p:sldId id="264" r:id="rId7"/>
    <p:sldId id="265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CE56B1-F075-4E74-9B2D-C3BAA14E6016}" v="16" dt="2025-07-27T14:38:41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A MARQUEZ QUINTERO" userId="3d1d7e43-f8dd-4d56-900d-0f0daf54a887" providerId="ADAL" clId="{A135A428-AD56-4816-A7EC-2136396C1FB2}"/>
    <pc:docChg chg="undo custSel addSld delSld modSld sldOrd">
      <pc:chgData name="ALEJANDRA MARQUEZ QUINTERO" userId="3d1d7e43-f8dd-4d56-900d-0f0daf54a887" providerId="ADAL" clId="{A135A428-AD56-4816-A7EC-2136396C1FB2}" dt="2025-07-16T22:02:58.124" v="971" actId="20577"/>
      <pc:docMkLst>
        <pc:docMk/>
      </pc:docMkLst>
      <pc:sldChg chg="addSp delSp modSp new mod">
        <pc:chgData name="ALEJANDRA MARQUEZ QUINTERO" userId="3d1d7e43-f8dd-4d56-900d-0f0daf54a887" providerId="ADAL" clId="{A135A428-AD56-4816-A7EC-2136396C1FB2}" dt="2025-07-16T21:27:33.790" v="378" actId="1076"/>
        <pc:sldMkLst>
          <pc:docMk/>
          <pc:sldMk cId="627648589" sldId="256"/>
        </pc:sldMkLst>
        <pc:spChg chg="del">
          <ac:chgData name="ALEJANDRA MARQUEZ QUINTERO" userId="3d1d7e43-f8dd-4d56-900d-0f0daf54a887" providerId="ADAL" clId="{A135A428-AD56-4816-A7EC-2136396C1FB2}" dt="2025-07-16T21:19:32.591" v="1" actId="478"/>
          <ac:spMkLst>
            <pc:docMk/>
            <pc:sldMk cId="627648589" sldId="256"/>
            <ac:spMk id="2" creationId="{9BAE6676-EBE9-4188-B143-B8110378F5E9}"/>
          </ac:spMkLst>
        </pc:spChg>
        <pc:spChg chg="del">
          <ac:chgData name="ALEJANDRA MARQUEZ QUINTERO" userId="3d1d7e43-f8dd-4d56-900d-0f0daf54a887" providerId="ADAL" clId="{A135A428-AD56-4816-A7EC-2136396C1FB2}" dt="2025-07-16T21:19:32.591" v="1" actId="478"/>
          <ac:spMkLst>
            <pc:docMk/>
            <pc:sldMk cId="627648589" sldId="256"/>
            <ac:spMk id="3" creationId="{8D68DBFD-1077-422C-8376-793E20AC547D}"/>
          </ac:spMkLst>
        </pc:spChg>
        <pc:spChg chg="add mod">
          <ac:chgData name="ALEJANDRA MARQUEZ QUINTERO" userId="3d1d7e43-f8dd-4d56-900d-0f0daf54a887" providerId="ADAL" clId="{A135A428-AD56-4816-A7EC-2136396C1FB2}" dt="2025-07-16T21:20:32.931" v="55" actId="404"/>
          <ac:spMkLst>
            <pc:docMk/>
            <pc:sldMk cId="627648589" sldId="256"/>
            <ac:spMk id="6" creationId="{53089320-ECE4-4E8A-ACAE-86358FC918F1}"/>
          </ac:spMkLst>
        </pc:spChg>
        <pc:spChg chg="add del mod">
          <ac:chgData name="ALEJANDRA MARQUEZ QUINTERO" userId="3d1d7e43-f8dd-4d56-900d-0f0daf54a887" providerId="ADAL" clId="{A135A428-AD56-4816-A7EC-2136396C1FB2}" dt="2025-07-16T21:23:42.685" v="77" actId="478"/>
          <ac:spMkLst>
            <pc:docMk/>
            <pc:sldMk cId="627648589" sldId="256"/>
            <ac:spMk id="8" creationId="{A3D31954-8DCA-4902-AB74-41049F35A007}"/>
          </ac:spMkLst>
        </pc:spChg>
        <pc:picChg chg="add mod modCrop">
          <ac:chgData name="ALEJANDRA MARQUEZ QUINTERO" userId="3d1d7e43-f8dd-4d56-900d-0f0daf54a887" providerId="ADAL" clId="{A135A428-AD56-4816-A7EC-2136396C1FB2}" dt="2025-07-16T21:27:33.790" v="378" actId="1076"/>
          <ac:picMkLst>
            <pc:docMk/>
            <pc:sldMk cId="627648589" sldId="256"/>
            <ac:picMk id="5" creationId="{3892D241-1CE5-45EE-AC7D-244A30AAA634}"/>
          </ac:picMkLst>
        </pc:picChg>
      </pc:sldChg>
      <pc:sldChg chg="new del">
        <pc:chgData name="ALEJANDRA MARQUEZ QUINTERO" userId="3d1d7e43-f8dd-4d56-900d-0f0daf54a887" providerId="ADAL" clId="{A135A428-AD56-4816-A7EC-2136396C1FB2}" dt="2025-07-16T21:23:37.282" v="74" actId="680"/>
        <pc:sldMkLst>
          <pc:docMk/>
          <pc:sldMk cId="740332301" sldId="257"/>
        </pc:sldMkLst>
      </pc:sldChg>
      <pc:sldChg chg="addSp delSp modSp add mod">
        <pc:chgData name="ALEJANDRA MARQUEZ QUINTERO" userId="3d1d7e43-f8dd-4d56-900d-0f0daf54a887" providerId="ADAL" clId="{A135A428-AD56-4816-A7EC-2136396C1FB2}" dt="2025-07-16T21:33:01.729" v="403" actId="1076"/>
        <pc:sldMkLst>
          <pc:docMk/>
          <pc:sldMk cId="3849290285" sldId="257"/>
        </pc:sldMkLst>
        <pc:spChg chg="mod">
          <ac:chgData name="ALEJANDRA MARQUEZ QUINTERO" userId="3d1d7e43-f8dd-4d56-900d-0f0daf54a887" providerId="ADAL" clId="{A135A428-AD56-4816-A7EC-2136396C1FB2}" dt="2025-07-16T21:23:53.454" v="83" actId="1076"/>
          <ac:spMkLst>
            <pc:docMk/>
            <pc:sldMk cId="3849290285" sldId="257"/>
            <ac:spMk id="8" creationId="{A3D31954-8DCA-4902-AB74-41049F35A007}"/>
          </ac:spMkLst>
        </pc:spChg>
        <pc:spChg chg="add mod">
          <ac:chgData name="ALEJANDRA MARQUEZ QUINTERO" userId="3d1d7e43-f8dd-4d56-900d-0f0daf54a887" providerId="ADAL" clId="{A135A428-AD56-4816-A7EC-2136396C1FB2}" dt="2025-07-16T21:33:01.729" v="403" actId="1076"/>
          <ac:spMkLst>
            <pc:docMk/>
            <pc:sldMk cId="3849290285" sldId="257"/>
            <ac:spMk id="9" creationId="{1BF262D6-D818-4103-B80C-74406FD9B867}"/>
          </ac:spMkLst>
        </pc:spChg>
        <pc:picChg chg="add mod modCrop">
          <ac:chgData name="ALEJANDRA MARQUEZ QUINTERO" userId="3d1d7e43-f8dd-4d56-900d-0f0daf54a887" providerId="ADAL" clId="{A135A428-AD56-4816-A7EC-2136396C1FB2}" dt="2025-07-16T21:27:19.586" v="374" actId="1076"/>
          <ac:picMkLst>
            <pc:docMk/>
            <pc:sldMk cId="3849290285" sldId="257"/>
            <ac:picMk id="3" creationId="{B164C590-D6E3-424F-89C8-7732B94BB74F}"/>
          </ac:picMkLst>
        </pc:picChg>
        <pc:picChg chg="del">
          <ac:chgData name="ALEJANDRA MARQUEZ QUINTERO" userId="3d1d7e43-f8dd-4d56-900d-0f0daf54a887" providerId="ADAL" clId="{A135A428-AD56-4816-A7EC-2136396C1FB2}" dt="2025-07-16T21:23:45.220" v="78" actId="478"/>
          <ac:picMkLst>
            <pc:docMk/>
            <pc:sldMk cId="3849290285" sldId="257"/>
            <ac:picMk id="5" creationId="{3892D241-1CE5-45EE-AC7D-244A30AAA634}"/>
          </ac:picMkLst>
        </pc:picChg>
        <pc:picChg chg="add mod modCrop">
          <ac:chgData name="ALEJANDRA MARQUEZ QUINTERO" userId="3d1d7e43-f8dd-4d56-900d-0f0daf54a887" providerId="ADAL" clId="{A135A428-AD56-4816-A7EC-2136396C1FB2}" dt="2025-07-16T21:27:17.085" v="372" actId="1076"/>
          <ac:picMkLst>
            <pc:docMk/>
            <pc:sldMk cId="3849290285" sldId="257"/>
            <ac:picMk id="7" creationId="{85BE4819-FD0E-40F8-ADAE-EE88E6F417FB}"/>
          </ac:picMkLst>
        </pc:picChg>
      </pc:sldChg>
      <pc:sldChg chg="addSp delSp modSp add del mod ord">
        <pc:chgData name="ALEJANDRA MARQUEZ QUINTERO" userId="3d1d7e43-f8dd-4d56-900d-0f0daf54a887" providerId="ADAL" clId="{A135A428-AD56-4816-A7EC-2136396C1FB2}" dt="2025-07-16T21:35:31.303" v="595" actId="47"/>
        <pc:sldMkLst>
          <pc:docMk/>
          <pc:sldMk cId="4153208307" sldId="258"/>
        </pc:sldMkLst>
        <pc:spChg chg="mod">
          <ac:chgData name="ALEJANDRA MARQUEZ QUINTERO" userId="3d1d7e43-f8dd-4d56-900d-0f0daf54a887" providerId="ADAL" clId="{A135A428-AD56-4816-A7EC-2136396C1FB2}" dt="2025-07-16T21:31:04.707" v="383" actId="20577"/>
          <ac:spMkLst>
            <pc:docMk/>
            <pc:sldMk cId="4153208307" sldId="258"/>
            <ac:spMk id="6" creationId="{53089320-ECE4-4E8A-ACAE-86358FC918F1}"/>
          </ac:spMkLst>
        </pc:spChg>
        <pc:picChg chg="add mod modCrop">
          <ac:chgData name="ALEJANDRA MARQUEZ QUINTERO" userId="3d1d7e43-f8dd-4d56-900d-0f0daf54a887" providerId="ADAL" clId="{A135A428-AD56-4816-A7EC-2136396C1FB2}" dt="2025-07-16T21:33:41.894" v="412" actId="1076"/>
          <ac:picMkLst>
            <pc:docMk/>
            <pc:sldMk cId="4153208307" sldId="258"/>
            <ac:picMk id="3" creationId="{E2C30C9F-1349-4034-AAE6-3E3AF26AE8BD}"/>
          </ac:picMkLst>
        </pc:picChg>
        <pc:picChg chg="del">
          <ac:chgData name="ALEJANDRA MARQUEZ QUINTERO" userId="3d1d7e43-f8dd-4d56-900d-0f0daf54a887" providerId="ADAL" clId="{A135A428-AD56-4816-A7EC-2136396C1FB2}" dt="2025-07-16T21:31:05.620" v="384" actId="478"/>
          <ac:picMkLst>
            <pc:docMk/>
            <pc:sldMk cId="4153208307" sldId="258"/>
            <ac:picMk id="5" creationId="{3892D241-1CE5-45EE-AC7D-244A30AAA634}"/>
          </ac:picMkLst>
        </pc:picChg>
      </pc:sldChg>
      <pc:sldChg chg="addSp delSp modSp add mod ord">
        <pc:chgData name="ALEJANDRA MARQUEZ QUINTERO" userId="3d1d7e43-f8dd-4d56-900d-0f0daf54a887" providerId="ADAL" clId="{A135A428-AD56-4816-A7EC-2136396C1FB2}" dt="2025-07-16T21:35:54.585" v="604" actId="1076"/>
        <pc:sldMkLst>
          <pc:docMk/>
          <pc:sldMk cId="3920394228" sldId="259"/>
        </pc:sldMkLst>
        <pc:spChg chg="mod">
          <ac:chgData name="ALEJANDRA MARQUEZ QUINTERO" userId="3d1d7e43-f8dd-4d56-900d-0f0daf54a887" providerId="ADAL" clId="{A135A428-AD56-4816-A7EC-2136396C1FB2}" dt="2025-07-16T21:31:25.696" v="393" actId="20577"/>
          <ac:spMkLst>
            <pc:docMk/>
            <pc:sldMk cId="3920394228" sldId="259"/>
            <ac:spMk id="6" creationId="{53089320-ECE4-4E8A-ACAE-86358FC918F1}"/>
          </ac:spMkLst>
        </pc:spChg>
        <pc:spChg chg="mod">
          <ac:chgData name="ALEJANDRA MARQUEZ QUINTERO" userId="3d1d7e43-f8dd-4d56-900d-0f0daf54a887" providerId="ADAL" clId="{A135A428-AD56-4816-A7EC-2136396C1FB2}" dt="2025-07-16T21:31:51.843" v="401" actId="20577"/>
          <ac:spMkLst>
            <pc:docMk/>
            <pc:sldMk cId="3920394228" sldId="259"/>
            <ac:spMk id="8" creationId="{A3D31954-8DCA-4902-AB74-41049F35A007}"/>
          </ac:spMkLst>
        </pc:spChg>
        <pc:spChg chg="mod">
          <ac:chgData name="ALEJANDRA MARQUEZ QUINTERO" userId="3d1d7e43-f8dd-4d56-900d-0f0daf54a887" providerId="ADAL" clId="{A135A428-AD56-4816-A7EC-2136396C1FB2}" dt="2025-07-16T21:35:28.311" v="594" actId="20577"/>
          <ac:spMkLst>
            <pc:docMk/>
            <pc:sldMk cId="3920394228" sldId="259"/>
            <ac:spMk id="9" creationId="{1BF262D6-D818-4103-B80C-74406FD9B867}"/>
          </ac:spMkLst>
        </pc:spChg>
        <pc:picChg chg="del">
          <ac:chgData name="ALEJANDRA MARQUEZ QUINTERO" userId="3d1d7e43-f8dd-4d56-900d-0f0daf54a887" providerId="ADAL" clId="{A135A428-AD56-4816-A7EC-2136396C1FB2}" dt="2025-07-16T21:31:34.413" v="395" actId="478"/>
          <ac:picMkLst>
            <pc:docMk/>
            <pc:sldMk cId="3920394228" sldId="259"/>
            <ac:picMk id="3" creationId="{B164C590-D6E3-424F-89C8-7732B94BB74F}"/>
          </ac:picMkLst>
        </pc:picChg>
        <pc:picChg chg="add del">
          <ac:chgData name="ALEJANDRA MARQUEZ QUINTERO" userId="3d1d7e43-f8dd-4d56-900d-0f0daf54a887" providerId="ADAL" clId="{A135A428-AD56-4816-A7EC-2136396C1FB2}" dt="2025-07-16T21:31:38.104" v="398" actId="478"/>
          <ac:picMkLst>
            <pc:docMk/>
            <pc:sldMk cId="3920394228" sldId="259"/>
            <ac:picMk id="4" creationId="{383E5AA2-AD14-423D-9DA2-2C72C637D0D8}"/>
          </ac:picMkLst>
        </pc:picChg>
        <pc:picChg chg="del">
          <ac:chgData name="ALEJANDRA MARQUEZ QUINTERO" userId="3d1d7e43-f8dd-4d56-900d-0f0daf54a887" providerId="ADAL" clId="{A135A428-AD56-4816-A7EC-2136396C1FB2}" dt="2025-07-16T21:31:35.927" v="396" actId="478"/>
          <ac:picMkLst>
            <pc:docMk/>
            <pc:sldMk cId="3920394228" sldId="259"/>
            <ac:picMk id="7" creationId="{85BE4819-FD0E-40F8-ADAE-EE88E6F417FB}"/>
          </ac:picMkLst>
        </pc:picChg>
        <pc:picChg chg="add mod modCrop">
          <ac:chgData name="ALEJANDRA MARQUEZ QUINTERO" userId="3d1d7e43-f8dd-4d56-900d-0f0daf54a887" providerId="ADAL" clId="{A135A428-AD56-4816-A7EC-2136396C1FB2}" dt="2025-07-16T21:35:41.294" v="599" actId="1076"/>
          <ac:picMkLst>
            <pc:docMk/>
            <pc:sldMk cId="3920394228" sldId="259"/>
            <ac:picMk id="10" creationId="{9DE0FA81-FFC5-4B9B-8527-45B63033B018}"/>
          </ac:picMkLst>
        </pc:picChg>
        <pc:picChg chg="add mod modCrop">
          <ac:chgData name="ALEJANDRA MARQUEZ QUINTERO" userId="3d1d7e43-f8dd-4d56-900d-0f0daf54a887" providerId="ADAL" clId="{A135A428-AD56-4816-A7EC-2136396C1FB2}" dt="2025-07-16T21:35:54.585" v="604" actId="1076"/>
          <ac:picMkLst>
            <pc:docMk/>
            <pc:sldMk cId="3920394228" sldId="259"/>
            <ac:picMk id="11" creationId="{C2EF5787-63A2-46F7-B57A-992FA5A6FBAC}"/>
          </ac:picMkLst>
        </pc:picChg>
      </pc:sldChg>
      <pc:sldChg chg="addSp delSp modSp add mod">
        <pc:chgData name="ALEJANDRA MARQUEZ QUINTERO" userId="3d1d7e43-f8dd-4d56-900d-0f0daf54a887" providerId="ADAL" clId="{A135A428-AD56-4816-A7EC-2136396C1FB2}" dt="2025-07-16T21:53:43.199" v="835" actId="20577"/>
        <pc:sldMkLst>
          <pc:docMk/>
          <pc:sldMk cId="3571319162" sldId="260"/>
        </pc:sldMkLst>
        <pc:spChg chg="mod">
          <ac:chgData name="ALEJANDRA MARQUEZ QUINTERO" userId="3d1d7e43-f8dd-4d56-900d-0f0daf54a887" providerId="ADAL" clId="{A135A428-AD56-4816-A7EC-2136396C1FB2}" dt="2025-07-16T21:36:03.579" v="607" actId="20577"/>
          <ac:spMkLst>
            <pc:docMk/>
            <pc:sldMk cId="3571319162" sldId="260"/>
            <ac:spMk id="6" creationId="{53089320-ECE4-4E8A-ACAE-86358FC918F1}"/>
          </ac:spMkLst>
        </pc:spChg>
        <pc:spChg chg="mod">
          <ac:chgData name="ALEJANDRA MARQUEZ QUINTERO" userId="3d1d7e43-f8dd-4d56-900d-0f0daf54a887" providerId="ADAL" clId="{A135A428-AD56-4816-A7EC-2136396C1FB2}" dt="2025-07-16T21:52:54.275" v="821" actId="20577"/>
          <ac:spMkLst>
            <pc:docMk/>
            <pc:sldMk cId="3571319162" sldId="260"/>
            <ac:spMk id="8" creationId="{A3D31954-8DCA-4902-AB74-41049F35A007}"/>
          </ac:spMkLst>
        </pc:spChg>
        <pc:spChg chg="mod">
          <ac:chgData name="ALEJANDRA MARQUEZ QUINTERO" userId="3d1d7e43-f8dd-4d56-900d-0f0daf54a887" providerId="ADAL" clId="{A135A428-AD56-4816-A7EC-2136396C1FB2}" dt="2025-07-16T21:53:43.199" v="835" actId="20577"/>
          <ac:spMkLst>
            <pc:docMk/>
            <pc:sldMk cId="3571319162" sldId="260"/>
            <ac:spMk id="9" creationId="{1BF262D6-D818-4103-B80C-74406FD9B867}"/>
          </ac:spMkLst>
        </pc:spChg>
        <pc:picChg chg="del">
          <ac:chgData name="ALEJANDRA MARQUEZ QUINTERO" userId="3d1d7e43-f8dd-4d56-900d-0f0daf54a887" providerId="ADAL" clId="{A135A428-AD56-4816-A7EC-2136396C1FB2}" dt="2025-07-16T21:38:05.937" v="608" actId="478"/>
          <ac:picMkLst>
            <pc:docMk/>
            <pc:sldMk cId="3571319162" sldId="260"/>
            <ac:picMk id="3" creationId="{B164C590-D6E3-424F-89C8-7732B94BB74F}"/>
          </ac:picMkLst>
        </pc:picChg>
        <pc:picChg chg="add mod modCrop">
          <ac:chgData name="ALEJANDRA MARQUEZ QUINTERO" userId="3d1d7e43-f8dd-4d56-900d-0f0daf54a887" providerId="ADAL" clId="{A135A428-AD56-4816-A7EC-2136396C1FB2}" dt="2025-07-16T21:38:45.023" v="628" actId="14100"/>
          <ac:picMkLst>
            <pc:docMk/>
            <pc:sldMk cId="3571319162" sldId="260"/>
            <ac:picMk id="4" creationId="{78633673-083A-4907-91E5-4ED702DEF48B}"/>
          </ac:picMkLst>
        </pc:picChg>
        <pc:picChg chg="del">
          <ac:chgData name="ALEJANDRA MARQUEZ QUINTERO" userId="3d1d7e43-f8dd-4d56-900d-0f0daf54a887" providerId="ADAL" clId="{A135A428-AD56-4816-A7EC-2136396C1FB2}" dt="2025-07-16T21:38:18.539" v="614" actId="478"/>
          <ac:picMkLst>
            <pc:docMk/>
            <pc:sldMk cId="3571319162" sldId="260"/>
            <ac:picMk id="7" creationId="{85BE4819-FD0E-40F8-ADAE-EE88E6F417FB}"/>
          </ac:picMkLst>
        </pc:picChg>
        <pc:picChg chg="add mod modCrop">
          <ac:chgData name="ALEJANDRA MARQUEZ QUINTERO" userId="3d1d7e43-f8dd-4d56-900d-0f0daf54a887" providerId="ADAL" clId="{A135A428-AD56-4816-A7EC-2136396C1FB2}" dt="2025-07-16T21:38:38.945" v="624" actId="1076"/>
          <ac:picMkLst>
            <pc:docMk/>
            <pc:sldMk cId="3571319162" sldId="260"/>
            <ac:picMk id="10" creationId="{A4CB5493-F5F1-4037-92F5-44367E03BE2A}"/>
          </ac:picMkLst>
        </pc:picChg>
      </pc:sldChg>
      <pc:sldChg chg="addSp delSp modSp add mod">
        <pc:chgData name="ALEJANDRA MARQUEZ QUINTERO" userId="3d1d7e43-f8dd-4d56-900d-0f0daf54a887" providerId="ADAL" clId="{A135A428-AD56-4816-A7EC-2136396C1FB2}" dt="2025-07-16T22:02:58.124" v="971" actId="20577"/>
        <pc:sldMkLst>
          <pc:docMk/>
          <pc:sldMk cId="317981574" sldId="261"/>
        </pc:sldMkLst>
        <pc:spChg chg="mod">
          <ac:chgData name="ALEJANDRA MARQUEZ QUINTERO" userId="3d1d7e43-f8dd-4d56-900d-0f0daf54a887" providerId="ADAL" clId="{A135A428-AD56-4816-A7EC-2136396C1FB2}" dt="2025-07-16T21:57:37.379" v="860" actId="20577"/>
          <ac:spMkLst>
            <pc:docMk/>
            <pc:sldMk cId="317981574" sldId="261"/>
            <ac:spMk id="6" creationId="{53089320-ECE4-4E8A-ACAE-86358FC918F1}"/>
          </ac:spMkLst>
        </pc:spChg>
        <pc:spChg chg="del">
          <ac:chgData name="ALEJANDRA MARQUEZ QUINTERO" userId="3d1d7e43-f8dd-4d56-900d-0f0daf54a887" providerId="ADAL" clId="{A135A428-AD56-4816-A7EC-2136396C1FB2}" dt="2025-07-16T21:56:23.427" v="839" actId="478"/>
          <ac:spMkLst>
            <pc:docMk/>
            <pc:sldMk cId="317981574" sldId="261"/>
            <ac:spMk id="8" creationId="{A3D31954-8DCA-4902-AB74-41049F35A007}"/>
          </ac:spMkLst>
        </pc:spChg>
        <pc:spChg chg="mod ord">
          <ac:chgData name="ALEJANDRA MARQUEZ QUINTERO" userId="3d1d7e43-f8dd-4d56-900d-0f0daf54a887" providerId="ADAL" clId="{A135A428-AD56-4816-A7EC-2136396C1FB2}" dt="2025-07-16T22:02:51.847" v="952" actId="20577"/>
          <ac:spMkLst>
            <pc:docMk/>
            <pc:sldMk cId="317981574" sldId="261"/>
            <ac:spMk id="9" creationId="{1BF262D6-D818-4103-B80C-74406FD9B867}"/>
          </ac:spMkLst>
        </pc:spChg>
        <pc:spChg chg="add mod">
          <ac:chgData name="ALEJANDRA MARQUEZ QUINTERO" userId="3d1d7e43-f8dd-4d56-900d-0f0daf54a887" providerId="ADAL" clId="{A135A428-AD56-4816-A7EC-2136396C1FB2}" dt="2025-07-16T22:02:55.105" v="961" actId="20577"/>
          <ac:spMkLst>
            <pc:docMk/>
            <pc:sldMk cId="317981574" sldId="261"/>
            <ac:spMk id="12" creationId="{750C55D6-D53A-4F5C-90EF-867A334F2650}"/>
          </ac:spMkLst>
        </pc:spChg>
        <pc:spChg chg="add mod">
          <ac:chgData name="ALEJANDRA MARQUEZ QUINTERO" userId="3d1d7e43-f8dd-4d56-900d-0f0daf54a887" providerId="ADAL" clId="{A135A428-AD56-4816-A7EC-2136396C1FB2}" dt="2025-07-16T22:02:58.124" v="971" actId="20577"/>
          <ac:spMkLst>
            <pc:docMk/>
            <pc:sldMk cId="317981574" sldId="261"/>
            <ac:spMk id="13" creationId="{E9A1C550-C86E-4675-93E2-6ECA20E58D3F}"/>
          </ac:spMkLst>
        </pc:spChg>
        <pc:picChg chg="add mod ord modCrop">
          <ac:chgData name="ALEJANDRA MARQUEZ QUINTERO" userId="3d1d7e43-f8dd-4d56-900d-0f0daf54a887" providerId="ADAL" clId="{A135A428-AD56-4816-A7EC-2136396C1FB2}" dt="2025-07-16T22:01:12.364" v="936" actId="167"/>
          <ac:picMkLst>
            <pc:docMk/>
            <pc:sldMk cId="317981574" sldId="261"/>
            <ac:picMk id="3" creationId="{0B1404E9-B057-4CFD-ACD1-354B85169B1A}"/>
          </ac:picMkLst>
        </pc:picChg>
        <pc:picChg chg="del">
          <ac:chgData name="ALEJANDRA MARQUEZ QUINTERO" userId="3d1d7e43-f8dd-4d56-900d-0f0daf54a887" providerId="ADAL" clId="{A135A428-AD56-4816-A7EC-2136396C1FB2}" dt="2025-07-16T21:56:20.451" v="837" actId="478"/>
          <ac:picMkLst>
            <pc:docMk/>
            <pc:sldMk cId="317981574" sldId="261"/>
            <ac:picMk id="10" creationId="{9DE0FA81-FFC5-4B9B-8527-45B63033B018}"/>
          </ac:picMkLst>
        </pc:picChg>
        <pc:picChg chg="del mod">
          <ac:chgData name="ALEJANDRA MARQUEZ QUINTERO" userId="3d1d7e43-f8dd-4d56-900d-0f0daf54a887" providerId="ADAL" clId="{A135A428-AD56-4816-A7EC-2136396C1FB2}" dt="2025-07-16T22:00:59.569" v="929" actId="478"/>
          <ac:picMkLst>
            <pc:docMk/>
            <pc:sldMk cId="317981574" sldId="261"/>
            <ac:picMk id="11" creationId="{C2EF5787-63A2-46F7-B57A-992FA5A6FBAC}"/>
          </ac:picMkLst>
        </pc:picChg>
      </pc:sldChg>
      <pc:sldChg chg="delSp modSp add mod">
        <pc:chgData name="ALEJANDRA MARQUEZ QUINTERO" userId="3d1d7e43-f8dd-4d56-900d-0f0daf54a887" providerId="ADAL" clId="{A135A428-AD56-4816-A7EC-2136396C1FB2}" dt="2025-07-16T22:00:31.599" v="924" actId="1076"/>
        <pc:sldMkLst>
          <pc:docMk/>
          <pc:sldMk cId="3063725982" sldId="262"/>
        </pc:sldMkLst>
        <pc:spChg chg="mod">
          <ac:chgData name="ALEJANDRA MARQUEZ QUINTERO" userId="3d1d7e43-f8dd-4d56-900d-0f0daf54a887" providerId="ADAL" clId="{A135A428-AD56-4816-A7EC-2136396C1FB2}" dt="2025-07-16T21:57:41.600" v="868" actId="20577"/>
          <ac:spMkLst>
            <pc:docMk/>
            <pc:sldMk cId="3063725982" sldId="262"/>
            <ac:spMk id="6" creationId="{53089320-ECE4-4E8A-ACAE-86358FC918F1}"/>
          </ac:spMkLst>
        </pc:spChg>
        <pc:spChg chg="del mod">
          <ac:chgData name="ALEJANDRA MARQUEZ QUINTERO" userId="3d1d7e43-f8dd-4d56-900d-0f0daf54a887" providerId="ADAL" clId="{A135A428-AD56-4816-A7EC-2136396C1FB2}" dt="2025-07-16T21:57:49.254" v="872"/>
          <ac:spMkLst>
            <pc:docMk/>
            <pc:sldMk cId="3063725982" sldId="262"/>
            <ac:spMk id="8" creationId="{A3D31954-8DCA-4902-AB74-41049F35A007}"/>
          </ac:spMkLst>
        </pc:spChg>
        <pc:spChg chg="mod">
          <ac:chgData name="ALEJANDRA MARQUEZ QUINTERO" userId="3d1d7e43-f8dd-4d56-900d-0f0daf54a887" providerId="ADAL" clId="{A135A428-AD56-4816-A7EC-2136396C1FB2}" dt="2025-07-16T22:00:27.204" v="922" actId="1076"/>
          <ac:spMkLst>
            <pc:docMk/>
            <pc:sldMk cId="3063725982" sldId="262"/>
            <ac:spMk id="9" creationId="{1BF262D6-D818-4103-B80C-74406FD9B867}"/>
          </ac:spMkLst>
        </pc:spChg>
        <pc:picChg chg="mod">
          <ac:chgData name="ALEJANDRA MARQUEZ QUINTERO" userId="3d1d7e43-f8dd-4d56-900d-0f0daf54a887" providerId="ADAL" clId="{A135A428-AD56-4816-A7EC-2136396C1FB2}" dt="2025-07-16T22:00:31.599" v="924" actId="1076"/>
          <ac:picMkLst>
            <pc:docMk/>
            <pc:sldMk cId="3063725982" sldId="262"/>
            <ac:picMk id="4" creationId="{78633673-083A-4907-91E5-4ED702DEF48B}"/>
          </ac:picMkLst>
        </pc:picChg>
        <pc:picChg chg="del">
          <ac:chgData name="ALEJANDRA MARQUEZ QUINTERO" userId="3d1d7e43-f8dd-4d56-900d-0f0daf54a887" providerId="ADAL" clId="{A135A428-AD56-4816-A7EC-2136396C1FB2}" dt="2025-07-16T21:57:49.254" v="870" actId="478"/>
          <ac:picMkLst>
            <pc:docMk/>
            <pc:sldMk cId="3063725982" sldId="262"/>
            <ac:picMk id="10" creationId="{A4CB5493-F5F1-4037-92F5-44367E03BE2A}"/>
          </ac:picMkLst>
        </pc:picChg>
      </pc:sldChg>
      <pc:sldMasterChg chg="addSldLayout">
        <pc:chgData name="ALEJANDRA MARQUEZ QUINTERO" userId="3d1d7e43-f8dd-4d56-900d-0f0daf54a887" providerId="ADAL" clId="{A135A428-AD56-4816-A7EC-2136396C1FB2}" dt="2025-07-16T21:19:30.406" v="0" actId="680"/>
        <pc:sldMasterMkLst>
          <pc:docMk/>
          <pc:sldMasterMk cId="1695864426" sldId="2147483648"/>
        </pc:sldMasterMkLst>
        <pc:sldLayoutChg chg="add">
          <pc:chgData name="ALEJANDRA MARQUEZ QUINTERO" userId="3d1d7e43-f8dd-4d56-900d-0f0daf54a887" providerId="ADAL" clId="{A135A428-AD56-4816-A7EC-2136396C1FB2}" dt="2025-07-16T21:19:30.406" v="0" actId="680"/>
          <pc:sldLayoutMkLst>
            <pc:docMk/>
            <pc:sldMasterMk cId="1695864426" sldId="2147483648"/>
            <pc:sldLayoutMk cId="3304372155" sldId="2147483649"/>
          </pc:sldLayoutMkLst>
        </pc:sldLayoutChg>
      </pc:sldMasterChg>
    </pc:docChg>
  </pc:docChgLst>
  <pc:docChgLst>
    <pc:chgData name="ALEJANDRA MARQUEZ QUINTERO" userId="3d1d7e43-f8dd-4d56-900d-0f0daf54a887" providerId="ADAL" clId="{B5CE56B1-F075-4E74-9B2D-C3BAA14E6016}"/>
    <pc:docChg chg="undo custSel addSld delSld modSld">
      <pc:chgData name="ALEJANDRA MARQUEZ QUINTERO" userId="3d1d7e43-f8dd-4d56-900d-0f0daf54a887" providerId="ADAL" clId="{B5CE56B1-F075-4E74-9B2D-C3BAA14E6016}" dt="2025-07-27T14:39:19.739" v="931" actId="20577"/>
      <pc:docMkLst>
        <pc:docMk/>
      </pc:docMkLst>
      <pc:sldChg chg="delSp modSp mod">
        <pc:chgData name="ALEJANDRA MARQUEZ QUINTERO" userId="3d1d7e43-f8dd-4d56-900d-0f0daf54a887" providerId="ADAL" clId="{B5CE56B1-F075-4E74-9B2D-C3BAA14E6016}" dt="2025-07-25T19:21:59.296" v="255" actId="1076"/>
        <pc:sldMkLst>
          <pc:docMk/>
          <pc:sldMk cId="627648589" sldId="256"/>
        </pc:sldMkLst>
        <pc:spChg chg="mod">
          <ac:chgData name="ALEJANDRA MARQUEZ QUINTERO" userId="3d1d7e43-f8dd-4d56-900d-0f0daf54a887" providerId="ADAL" clId="{B5CE56B1-F075-4E74-9B2D-C3BAA14E6016}" dt="2025-07-25T19:21:59.296" v="255" actId="1076"/>
          <ac:spMkLst>
            <pc:docMk/>
            <pc:sldMk cId="627648589" sldId="256"/>
            <ac:spMk id="6" creationId="{53089320-ECE4-4E8A-ACAE-86358FC918F1}"/>
          </ac:spMkLst>
        </pc:spChg>
        <pc:picChg chg="del">
          <ac:chgData name="ALEJANDRA MARQUEZ QUINTERO" userId="3d1d7e43-f8dd-4d56-900d-0f0daf54a887" providerId="ADAL" clId="{B5CE56B1-F075-4E74-9B2D-C3BAA14E6016}" dt="2025-07-25T19:21:37.566" v="228" actId="478"/>
          <ac:picMkLst>
            <pc:docMk/>
            <pc:sldMk cId="627648589" sldId="256"/>
            <ac:picMk id="5" creationId="{3892D241-1CE5-45EE-AC7D-244A30AAA634}"/>
          </ac:picMkLst>
        </pc:picChg>
      </pc:sldChg>
      <pc:sldChg chg="addSp delSp modSp mod">
        <pc:chgData name="ALEJANDRA MARQUEZ QUINTERO" userId="3d1d7e43-f8dd-4d56-900d-0f0daf54a887" providerId="ADAL" clId="{B5CE56B1-F075-4E74-9B2D-C3BAA14E6016}" dt="2025-07-27T14:39:19.739" v="931" actId="20577"/>
        <pc:sldMkLst>
          <pc:docMk/>
          <pc:sldMk cId="3849290285" sldId="257"/>
        </pc:sldMkLst>
        <pc:spChg chg="add del mod">
          <ac:chgData name="ALEJANDRA MARQUEZ QUINTERO" userId="3d1d7e43-f8dd-4d56-900d-0f0daf54a887" providerId="ADAL" clId="{B5CE56B1-F075-4E74-9B2D-C3BAA14E6016}" dt="2025-07-25T19:22:06.599" v="259" actId="20577"/>
          <ac:spMkLst>
            <pc:docMk/>
            <pc:sldMk cId="3849290285" sldId="257"/>
            <ac:spMk id="6" creationId="{53089320-ECE4-4E8A-ACAE-86358FC918F1}"/>
          </ac:spMkLst>
        </pc:spChg>
        <pc:spChg chg="mod">
          <ac:chgData name="ALEJANDRA MARQUEZ QUINTERO" userId="3d1d7e43-f8dd-4d56-900d-0f0daf54a887" providerId="ADAL" clId="{B5CE56B1-F075-4E74-9B2D-C3BAA14E6016}" dt="2025-07-27T14:38:41.431" v="885" actId="20577"/>
          <ac:spMkLst>
            <pc:docMk/>
            <pc:sldMk cId="3849290285" sldId="257"/>
            <ac:spMk id="8" creationId="{A3D31954-8DCA-4902-AB74-41049F35A007}"/>
          </ac:spMkLst>
        </pc:spChg>
        <pc:spChg chg="mod">
          <ac:chgData name="ALEJANDRA MARQUEZ QUINTERO" userId="3d1d7e43-f8dd-4d56-900d-0f0daf54a887" providerId="ADAL" clId="{B5CE56B1-F075-4E74-9B2D-C3BAA14E6016}" dt="2025-07-27T14:39:19.739" v="931" actId="20577"/>
          <ac:spMkLst>
            <pc:docMk/>
            <pc:sldMk cId="3849290285" sldId="257"/>
            <ac:spMk id="9" creationId="{1BF262D6-D818-4103-B80C-74406FD9B867}"/>
          </ac:spMkLst>
        </pc:spChg>
        <pc:picChg chg="del">
          <ac:chgData name="ALEJANDRA MARQUEZ QUINTERO" userId="3d1d7e43-f8dd-4d56-900d-0f0daf54a887" providerId="ADAL" clId="{B5CE56B1-F075-4E74-9B2D-C3BAA14E6016}" dt="2025-07-25T19:15:57.308" v="1" actId="478"/>
          <ac:picMkLst>
            <pc:docMk/>
            <pc:sldMk cId="3849290285" sldId="257"/>
            <ac:picMk id="3" creationId="{B164C590-D6E3-424F-89C8-7732B94BB74F}"/>
          </ac:picMkLst>
        </pc:picChg>
        <pc:picChg chg="add mod">
          <ac:chgData name="ALEJANDRA MARQUEZ QUINTERO" userId="3d1d7e43-f8dd-4d56-900d-0f0daf54a887" providerId="ADAL" clId="{B5CE56B1-F075-4E74-9B2D-C3BAA14E6016}" dt="2025-07-25T19:21:29.166" v="227" actId="1076"/>
          <ac:picMkLst>
            <pc:docMk/>
            <pc:sldMk cId="3849290285" sldId="257"/>
            <ac:picMk id="4" creationId="{B63FF4D9-F071-4988-B81E-661B1860B76F}"/>
          </ac:picMkLst>
        </pc:picChg>
        <pc:picChg chg="del">
          <ac:chgData name="ALEJANDRA MARQUEZ QUINTERO" userId="3d1d7e43-f8dd-4d56-900d-0f0daf54a887" providerId="ADAL" clId="{B5CE56B1-F075-4E74-9B2D-C3BAA14E6016}" dt="2025-07-25T19:16:01.016" v="4" actId="478"/>
          <ac:picMkLst>
            <pc:docMk/>
            <pc:sldMk cId="3849290285" sldId="257"/>
            <ac:picMk id="7" creationId="{85BE4819-FD0E-40F8-ADAE-EE88E6F417FB}"/>
          </ac:picMkLst>
        </pc:picChg>
      </pc:sldChg>
      <pc:sldChg chg="addSp delSp modSp mod">
        <pc:chgData name="ALEJANDRA MARQUEZ QUINTERO" userId="3d1d7e43-f8dd-4d56-900d-0f0daf54a887" providerId="ADAL" clId="{B5CE56B1-F075-4E74-9B2D-C3BAA14E6016}" dt="2025-07-25T19:42:28.735" v="622" actId="20577"/>
        <pc:sldMkLst>
          <pc:docMk/>
          <pc:sldMk cId="3920394228" sldId="259"/>
        </pc:sldMkLst>
        <pc:spChg chg="mod">
          <ac:chgData name="ALEJANDRA MARQUEZ QUINTERO" userId="3d1d7e43-f8dd-4d56-900d-0f0daf54a887" providerId="ADAL" clId="{B5CE56B1-F075-4E74-9B2D-C3BAA14E6016}" dt="2025-07-25T19:31:58.225" v="301" actId="20577"/>
          <ac:spMkLst>
            <pc:docMk/>
            <pc:sldMk cId="3920394228" sldId="259"/>
            <ac:spMk id="6" creationId="{53089320-ECE4-4E8A-ACAE-86358FC918F1}"/>
          </ac:spMkLst>
        </pc:spChg>
        <pc:spChg chg="mod">
          <ac:chgData name="ALEJANDRA MARQUEZ QUINTERO" userId="3d1d7e43-f8dd-4d56-900d-0f0daf54a887" providerId="ADAL" clId="{B5CE56B1-F075-4E74-9B2D-C3BAA14E6016}" dt="2025-07-25T19:30:37.283" v="275" actId="20577"/>
          <ac:spMkLst>
            <pc:docMk/>
            <pc:sldMk cId="3920394228" sldId="259"/>
            <ac:spMk id="8" creationId="{A3D31954-8DCA-4902-AB74-41049F35A007}"/>
          </ac:spMkLst>
        </pc:spChg>
        <pc:spChg chg="mod">
          <ac:chgData name="ALEJANDRA MARQUEZ QUINTERO" userId="3d1d7e43-f8dd-4d56-900d-0f0daf54a887" providerId="ADAL" clId="{B5CE56B1-F075-4E74-9B2D-C3BAA14E6016}" dt="2025-07-25T19:42:28.735" v="622" actId="20577"/>
          <ac:spMkLst>
            <pc:docMk/>
            <pc:sldMk cId="3920394228" sldId="259"/>
            <ac:spMk id="9" creationId="{1BF262D6-D818-4103-B80C-74406FD9B867}"/>
          </ac:spMkLst>
        </pc:spChg>
        <pc:picChg chg="add mod modCrop">
          <ac:chgData name="ALEJANDRA MARQUEZ QUINTERO" userId="3d1d7e43-f8dd-4d56-900d-0f0daf54a887" providerId="ADAL" clId="{B5CE56B1-F075-4E74-9B2D-C3BAA14E6016}" dt="2025-07-25T19:30:26.835" v="273" actId="1076"/>
          <ac:picMkLst>
            <pc:docMk/>
            <pc:sldMk cId="3920394228" sldId="259"/>
            <ac:picMk id="3" creationId="{EE0CA92B-6F6A-4923-86ED-A27CD341E9ED}"/>
          </ac:picMkLst>
        </pc:picChg>
        <pc:picChg chg="del">
          <ac:chgData name="ALEJANDRA MARQUEZ QUINTERO" userId="3d1d7e43-f8dd-4d56-900d-0f0daf54a887" providerId="ADAL" clId="{B5CE56B1-F075-4E74-9B2D-C3BAA14E6016}" dt="2025-07-25T19:29:56.779" v="261" actId="478"/>
          <ac:picMkLst>
            <pc:docMk/>
            <pc:sldMk cId="3920394228" sldId="259"/>
            <ac:picMk id="10" creationId="{9DE0FA81-FFC5-4B9B-8527-45B63033B018}"/>
          </ac:picMkLst>
        </pc:picChg>
        <pc:picChg chg="del">
          <ac:chgData name="ALEJANDRA MARQUEZ QUINTERO" userId="3d1d7e43-f8dd-4d56-900d-0f0daf54a887" providerId="ADAL" clId="{B5CE56B1-F075-4E74-9B2D-C3BAA14E6016}" dt="2025-07-25T19:29:56.365" v="260" actId="478"/>
          <ac:picMkLst>
            <pc:docMk/>
            <pc:sldMk cId="3920394228" sldId="259"/>
            <ac:picMk id="11" creationId="{C2EF5787-63A2-46F7-B57A-992FA5A6FBAC}"/>
          </ac:picMkLst>
        </pc:picChg>
      </pc:sldChg>
      <pc:sldChg chg="addSp delSp modSp mod">
        <pc:chgData name="ALEJANDRA MARQUEZ QUINTERO" userId="3d1d7e43-f8dd-4d56-900d-0f0daf54a887" providerId="ADAL" clId="{B5CE56B1-F075-4E74-9B2D-C3BAA14E6016}" dt="2025-07-25T19:52:14.148" v="838" actId="20577"/>
        <pc:sldMkLst>
          <pc:docMk/>
          <pc:sldMk cId="3571319162" sldId="260"/>
        </pc:sldMkLst>
        <pc:spChg chg="mod">
          <ac:chgData name="ALEJANDRA MARQUEZ QUINTERO" userId="3d1d7e43-f8dd-4d56-900d-0f0daf54a887" providerId="ADAL" clId="{B5CE56B1-F075-4E74-9B2D-C3BAA14E6016}" dt="2025-07-25T19:50:52.129" v="682" actId="113"/>
          <ac:spMkLst>
            <pc:docMk/>
            <pc:sldMk cId="3571319162" sldId="260"/>
            <ac:spMk id="6" creationId="{53089320-ECE4-4E8A-ACAE-86358FC918F1}"/>
          </ac:spMkLst>
        </pc:spChg>
        <pc:spChg chg="mod">
          <ac:chgData name="ALEJANDRA MARQUEZ QUINTERO" userId="3d1d7e43-f8dd-4d56-900d-0f0daf54a887" providerId="ADAL" clId="{B5CE56B1-F075-4E74-9B2D-C3BAA14E6016}" dt="2025-07-25T19:49:58.889" v="638" actId="20577"/>
          <ac:spMkLst>
            <pc:docMk/>
            <pc:sldMk cId="3571319162" sldId="260"/>
            <ac:spMk id="8" creationId="{A3D31954-8DCA-4902-AB74-41049F35A007}"/>
          </ac:spMkLst>
        </pc:spChg>
        <pc:spChg chg="mod">
          <ac:chgData name="ALEJANDRA MARQUEZ QUINTERO" userId="3d1d7e43-f8dd-4d56-900d-0f0daf54a887" providerId="ADAL" clId="{B5CE56B1-F075-4E74-9B2D-C3BAA14E6016}" dt="2025-07-25T19:52:14.148" v="838" actId="20577"/>
          <ac:spMkLst>
            <pc:docMk/>
            <pc:sldMk cId="3571319162" sldId="260"/>
            <ac:spMk id="9" creationId="{1BF262D6-D818-4103-B80C-74406FD9B867}"/>
          </ac:spMkLst>
        </pc:spChg>
        <pc:picChg chg="add mod">
          <ac:chgData name="ALEJANDRA MARQUEZ QUINTERO" userId="3d1d7e43-f8dd-4d56-900d-0f0daf54a887" providerId="ADAL" clId="{B5CE56B1-F075-4E74-9B2D-C3BAA14E6016}" dt="2025-07-25T19:50:25.334" v="647" actId="1076"/>
          <ac:picMkLst>
            <pc:docMk/>
            <pc:sldMk cId="3571319162" sldId="260"/>
            <ac:picMk id="3" creationId="{43B78894-A007-4C76-BE61-4EBD5107ADD0}"/>
          </ac:picMkLst>
        </pc:picChg>
        <pc:picChg chg="del">
          <ac:chgData name="ALEJANDRA MARQUEZ QUINTERO" userId="3d1d7e43-f8dd-4d56-900d-0f0daf54a887" providerId="ADAL" clId="{B5CE56B1-F075-4E74-9B2D-C3BAA14E6016}" dt="2025-07-25T19:50:22.485" v="644" actId="478"/>
          <ac:picMkLst>
            <pc:docMk/>
            <pc:sldMk cId="3571319162" sldId="260"/>
            <ac:picMk id="4" creationId="{78633673-083A-4907-91E5-4ED702DEF48B}"/>
          </ac:picMkLst>
        </pc:picChg>
        <pc:picChg chg="del">
          <ac:chgData name="ALEJANDRA MARQUEZ QUINTERO" userId="3d1d7e43-f8dd-4d56-900d-0f0daf54a887" providerId="ADAL" clId="{B5CE56B1-F075-4E74-9B2D-C3BAA14E6016}" dt="2025-07-25T19:50:18.213" v="639" actId="478"/>
          <ac:picMkLst>
            <pc:docMk/>
            <pc:sldMk cId="3571319162" sldId="260"/>
            <ac:picMk id="10" creationId="{A4CB5493-F5F1-4037-92F5-44367E03BE2A}"/>
          </ac:picMkLst>
        </pc:picChg>
      </pc:sldChg>
      <pc:sldChg chg="del">
        <pc:chgData name="ALEJANDRA MARQUEZ QUINTERO" userId="3d1d7e43-f8dd-4d56-900d-0f0daf54a887" providerId="ADAL" clId="{B5CE56B1-F075-4E74-9B2D-C3BAA14E6016}" dt="2025-07-25T19:43:10.951" v="634" actId="47"/>
        <pc:sldMkLst>
          <pc:docMk/>
          <pc:sldMk cId="317981574" sldId="261"/>
        </pc:sldMkLst>
      </pc:sldChg>
      <pc:sldChg chg="del">
        <pc:chgData name="ALEJANDRA MARQUEZ QUINTERO" userId="3d1d7e43-f8dd-4d56-900d-0f0daf54a887" providerId="ADAL" clId="{B5CE56B1-F075-4E74-9B2D-C3BAA14E6016}" dt="2025-07-25T19:43:13.551" v="635" actId="47"/>
        <pc:sldMkLst>
          <pc:docMk/>
          <pc:sldMk cId="3063725982" sldId="262"/>
        </pc:sldMkLst>
      </pc:sldChg>
      <pc:sldChg chg="addSp delSp modSp add mod">
        <pc:chgData name="ALEJANDRA MARQUEZ QUINTERO" userId="3d1d7e43-f8dd-4d56-900d-0f0daf54a887" providerId="ADAL" clId="{B5CE56B1-F075-4E74-9B2D-C3BAA14E6016}" dt="2025-07-25T19:42:56.475" v="633" actId="20577"/>
        <pc:sldMkLst>
          <pc:docMk/>
          <pc:sldMk cId="1093142615" sldId="263"/>
        </pc:sldMkLst>
        <pc:spChg chg="add mod">
          <ac:chgData name="ALEJANDRA MARQUEZ QUINTERO" userId="3d1d7e43-f8dd-4d56-900d-0f0daf54a887" providerId="ADAL" clId="{B5CE56B1-F075-4E74-9B2D-C3BAA14E6016}" dt="2025-07-25T19:42:56.475" v="633" actId="20577"/>
          <ac:spMkLst>
            <pc:docMk/>
            <pc:sldMk cId="1093142615" sldId="263"/>
            <ac:spMk id="7" creationId="{76144224-CB82-4C55-8863-44AEC100920D}"/>
          </ac:spMkLst>
        </pc:spChg>
        <pc:spChg chg="del">
          <ac:chgData name="ALEJANDRA MARQUEZ QUINTERO" userId="3d1d7e43-f8dd-4d56-900d-0f0daf54a887" providerId="ADAL" clId="{B5CE56B1-F075-4E74-9B2D-C3BAA14E6016}" dt="2025-07-25T19:42:35.427" v="625" actId="478"/>
          <ac:spMkLst>
            <pc:docMk/>
            <pc:sldMk cId="1093142615" sldId="263"/>
            <ac:spMk id="8" creationId="{A3D31954-8DCA-4902-AB74-41049F35A007}"/>
          </ac:spMkLst>
        </pc:spChg>
        <pc:spChg chg="del">
          <ac:chgData name="ALEJANDRA MARQUEZ QUINTERO" userId="3d1d7e43-f8dd-4d56-900d-0f0daf54a887" providerId="ADAL" clId="{B5CE56B1-F075-4E74-9B2D-C3BAA14E6016}" dt="2025-07-25T19:42:35.427" v="625" actId="478"/>
          <ac:spMkLst>
            <pc:docMk/>
            <pc:sldMk cId="1093142615" sldId="263"/>
            <ac:spMk id="9" creationId="{1BF262D6-D818-4103-B80C-74406FD9B867}"/>
          </ac:spMkLst>
        </pc:spChg>
        <pc:picChg chg="del">
          <ac:chgData name="ALEJANDRA MARQUEZ QUINTERO" userId="3d1d7e43-f8dd-4d56-900d-0f0daf54a887" providerId="ADAL" clId="{B5CE56B1-F075-4E74-9B2D-C3BAA14E6016}" dt="2025-07-25T19:42:33.695" v="624" actId="478"/>
          <ac:picMkLst>
            <pc:docMk/>
            <pc:sldMk cId="1093142615" sldId="263"/>
            <ac:picMk id="3" creationId="{EE0CA92B-6F6A-4923-86ED-A27CD341E9ED}"/>
          </ac:picMkLst>
        </pc:picChg>
      </pc:sldChg>
      <pc:sldChg chg="addSp delSp modSp add mod">
        <pc:chgData name="ALEJANDRA MARQUEZ QUINTERO" userId="3d1d7e43-f8dd-4d56-900d-0f0daf54a887" providerId="ADAL" clId="{B5CE56B1-F075-4E74-9B2D-C3BAA14E6016}" dt="2025-07-25T19:58:05.382" v="883" actId="20577"/>
        <pc:sldMkLst>
          <pc:docMk/>
          <pc:sldMk cId="3433482664" sldId="264"/>
        </pc:sldMkLst>
        <pc:spChg chg="add del">
          <ac:chgData name="ALEJANDRA MARQUEZ QUINTERO" userId="3d1d7e43-f8dd-4d56-900d-0f0daf54a887" providerId="ADAL" clId="{B5CE56B1-F075-4E74-9B2D-C3BAA14E6016}" dt="2025-07-25T19:54:36.535" v="844"/>
          <ac:spMkLst>
            <pc:docMk/>
            <pc:sldMk cId="3433482664" sldId="264"/>
            <ac:spMk id="2" creationId="{AB35E0CE-7C23-449F-B837-F7E9C8AB92EC}"/>
          </ac:spMkLst>
        </pc:spChg>
        <pc:spChg chg="add del">
          <ac:chgData name="ALEJANDRA MARQUEZ QUINTERO" userId="3d1d7e43-f8dd-4d56-900d-0f0daf54a887" providerId="ADAL" clId="{B5CE56B1-F075-4E74-9B2D-C3BAA14E6016}" dt="2025-07-25T19:54:36.535" v="844"/>
          <ac:spMkLst>
            <pc:docMk/>
            <pc:sldMk cId="3433482664" sldId="264"/>
            <ac:spMk id="4" creationId="{7A5251D4-5A5D-4097-879F-125747387003}"/>
          </ac:spMkLst>
        </pc:spChg>
        <pc:spChg chg="add del">
          <ac:chgData name="ALEJANDRA MARQUEZ QUINTERO" userId="3d1d7e43-f8dd-4d56-900d-0f0daf54a887" providerId="ADAL" clId="{B5CE56B1-F075-4E74-9B2D-C3BAA14E6016}" dt="2025-07-25T19:54:36.535" v="844"/>
          <ac:spMkLst>
            <pc:docMk/>
            <pc:sldMk cId="3433482664" sldId="264"/>
            <ac:spMk id="5" creationId="{BB188459-AEEA-46CF-A1B4-A6186C094D5F}"/>
          </ac:spMkLst>
        </pc:spChg>
        <pc:spChg chg="add del">
          <ac:chgData name="ALEJANDRA MARQUEZ QUINTERO" userId="3d1d7e43-f8dd-4d56-900d-0f0daf54a887" providerId="ADAL" clId="{B5CE56B1-F075-4E74-9B2D-C3BAA14E6016}" dt="2025-07-25T19:54:36.535" v="844"/>
          <ac:spMkLst>
            <pc:docMk/>
            <pc:sldMk cId="3433482664" sldId="264"/>
            <ac:spMk id="7" creationId="{32A811F9-E475-48B8-B580-D277905E58D8}"/>
          </ac:spMkLst>
        </pc:spChg>
        <pc:spChg chg="del">
          <ac:chgData name="ALEJANDRA MARQUEZ QUINTERO" userId="3d1d7e43-f8dd-4d56-900d-0f0daf54a887" providerId="ADAL" clId="{B5CE56B1-F075-4E74-9B2D-C3BAA14E6016}" dt="2025-07-25T19:54:28.324" v="839" actId="478"/>
          <ac:spMkLst>
            <pc:docMk/>
            <pc:sldMk cId="3433482664" sldId="264"/>
            <ac:spMk id="8" creationId="{A3D31954-8DCA-4902-AB74-41049F35A007}"/>
          </ac:spMkLst>
        </pc:spChg>
        <pc:spChg chg="add del mod">
          <ac:chgData name="ALEJANDRA MARQUEZ QUINTERO" userId="3d1d7e43-f8dd-4d56-900d-0f0daf54a887" providerId="ADAL" clId="{B5CE56B1-F075-4E74-9B2D-C3BAA14E6016}" dt="2025-07-25T19:55:04.339" v="853" actId="478"/>
          <ac:spMkLst>
            <pc:docMk/>
            <pc:sldMk cId="3433482664" sldId="264"/>
            <ac:spMk id="9" creationId="{1BF262D6-D818-4103-B80C-74406FD9B867}"/>
          </ac:spMkLst>
        </pc:spChg>
        <pc:spChg chg="add del">
          <ac:chgData name="ALEJANDRA MARQUEZ QUINTERO" userId="3d1d7e43-f8dd-4d56-900d-0f0daf54a887" providerId="ADAL" clId="{B5CE56B1-F075-4E74-9B2D-C3BAA14E6016}" dt="2025-07-25T19:54:36.535" v="844"/>
          <ac:spMkLst>
            <pc:docMk/>
            <pc:sldMk cId="3433482664" sldId="264"/>
            <ac:spMk id="10" creationId="{D6FAF827-74FB-4D87-8EBE-1F88E3F7E055}"/>
          </ac:spMkLst>
        </pc:spChg>
        <pc:spChg chg="add del">
          <ac:chgData name="ALEJANDRA MARQUEZ QUINTERO" userId="3d1d7e43-f8dd-4d56-900d-0f0daf54a887" providerId="ADAL" clId="{B5CE56B1-F075-4E74-9B2D-C3BAA14E6016}" dt="2025-07-25T19:54:36.535" v="844"/>
          <ac:spMkLst>
            <pc:docMk/>
            <pc:sldMk cId="3433482664" sldId="264"/>
            <ac:spMk id="11" creationId="{483EF73B-1938-466E-873D-C11B290A8E0F}"/>
          </ac:spMkLst>
        </pc:spChg>
        <pc:spChg chg="add del">
          <ac:chgData name="ALEJANDRA MARQUEZ QUINTERO" userId="3d1d7e43-f8dd-4d56-900d-0f0daf54a887" providerId="ADAL" clId="{B5CE56B1-F075-4E74-9B2D-C3BAA14E6016}" dt="2025-07-25T19:54:36.535" v="844"/>
          <ac:spMkLst>
            <pc:docMk/>
            <pc:sldMk cId="3433482664" sldId="264"/>
            <ac:spMk id="12" creationId="{6576A816-EE06-4993-B7EE-5FDCC7DD2EB3}"/>
          </ac:spMkLst>
        </pc:spChg>
        <pc:spChg chg="add del">
          <ac:chgData name="ALEJANDRA MARQUEZ QUINTERO" userId="3d1d7e43-f8dd-4d56-900d-0f0daf54a887" providerId="ADAL" clId="{B5CE56B1-F075-4E74-9B2D-C3BAA14E6016}" dt="2025-07-25T19:54:36.535" v="844"/>
          <ac:spMkLst>
            <pc:docMk/>
            <pc:sldMk cId="3433482664" sldId="264"/>
            <ac:spMk id="13" creationId="{B4526CF9-31DC-40AC-9557-08E6D66F7029}"/>
          </ac:spMkLst>
        </pc:spChg>
        <pc:spChg chg="add del">
          <ac:chgData name="ALEJANDRA MARQUEZ QUINTERO" userId="3d1d7e43-f8dd-4d56-900d-0f0daf54a887" providerId="ADAL" clId="{B5CE56B1-F075-4E74-9B2D-C3BAA14E6016}" dt="2025-07-25T19:54:36.535" v="844"/>
          <ac:spMkLst>
            <pc:docMk/>
            <pc:sldMk cId="3433482664" sldId="264"/>
            <ac:spMk id="14" creationId="{7DD544C5-A40B-450A-92E4-863D3D58FDCA}"/>
          </ac:spMkLst>
        </pc:spChg>
        <pc:spChg chg="add del">
          <ac:chgData name="ALEJANDRA MARQUEZ QUINTERO" userId="3d1d7e43-f8dd-4d56-900d-0f0daf54a887" providerId="ADAL" clId="{B5CE56B1-F075-4E74-9B2D-C3BAA14E6016}" dt="2025-07-25T19:54:36.535" v="844"/>
          <ac:spMkLst>
            <pc:docMk/>
            <pc:sldMk cId="3433482664" sldId="264"/>
            <ac:spMk id="15" creationId="{DF9F1652-7DC6-4821-B421-2BC562240912}"/>
          </ac:spMkLst>
        </pc:spChg>
        <pc:spChg chg="add del">
          <ac:chgData name="ALEJANDRA MARQUEZ QUINTERO" userId="3d1d7e43-f8dd-4d56-900d-0f0daf54a887" providerId="ADAL" clId="{B5CE56B1-F075-4E74-9B2D-C3BAA14E6016}" dt="2025-07-25T19:54:36.535" v="844"/>
          <ac:spMkLst>
            <pc:docMk/>
            <pc:sldMk cId="3433482664" sldId="264"/>
            <ac:spMk id="16" creationId="{2D9BCD89-16B6-4E85-82DA-0916DFED825C}"/>
          </ac:spMkLst>
        </pc:spChg>
        <pc:spChg chg="add del">
          <ac:chgData name="ALEJANDRA MARQUEZ QUINTERO" userId="3d1d7e43-f8dd-4d56-900d-0f0daf54a887" providerId="ADAL" clId="{B5CE56B1-F075-4E74-9B2D-C3BAA14E6016}" dt="2025-07-25T19:54:41.947" v="848"/>
          <ac:spMkLst>
            <pc:docMk/>
            <pc:sldMk cId="3433482664" sldId="264"/>
            <ac:spMk id="17" creationId="{AAEBC547-C716-45A7-9527-13270988C1D7}"/>
          </ac:spMkLst>
        </pc:spChg>
        <pc:spChg chg="add del">
          <ac:chgData name="ALEJANDRA MARQUEZ QUINTERO" userId="3d1d7e43-f8dd-4d56-900d-0f0daf54a887" providerId="ADAL" clId="{B5CE56B1-F075-4E74-9B2D-C3BAA14E6016}" dt="2025-07-25T19:54:41.947" v="848"/>
          <ac:spMkLst>
            <pc:docMk/>
            <pc:sldMk cId="3433482664" sldId="264"/>
            <ac:spMk id="18" creationId="{6D90929A-05C0-441C-9603-DA6AF2732BAB}"/>
          </ac:spMkLst>
        </pc:spChg>
        <pc:spChg chg="add del">
          <ac:chgData name="ALEJANDRA MARQUEZ QUINTERO" userId="3d1d7e43-f8dd-4d56-900d-0f0daf54a887" providerId="ADAL" clId="{B5CE56B1-F075-4E74-9B2D-C3BAA14E6016}" dt="2025-07-25T19:54:41.947" v="848"/>
          <ac:spMkLst>
            <pc:docMk/>
            <pc:sldMk cId="3433482664" sldId="264"/>
            <ac:spMk id="19" creationId="{17A54E96-6989-4465-825F-8B817BB4B5F8}"/>
          </ac:spMkLst>
        </pc:spChg>
        <pc:spChg chg="add del">
          <ac:chgData name="ALEJANDRA MARQUEZ QUINTERO" userId="3d1d7e43-f8dd-4d56-900d-0f0daf54a887" providerId="ADAL" clId="{B5CE56B1-F075-4E74-9B2D-C3BAA14E6016}" dt="2025-07-25T19:54:41.947" v="848"/>
          <ac:spMkLst>
            <pc:docMk/>
            <pc:sldMk cId="3433482664" sldId="264"/>
            <ac:spMk id="20" creationId="{DFEE9B39-1AC5-4D12-B188-03D28CCEF522}"/>
          </ac:spMkLst>
        </pc:spChg>
        <pc:spChg chg="add del">
          <ac:chgData name="ALEJANDRA MARQUEZ QUINTERO" userId="3d1d7e43-f8dd-4d56-900d-0f0daf54a887" providerId="ADAL" clId="{B5CE56B1-F075-4E74-9B2D-C3BAA14E6016}" dt="2025-07-25T19:54:41.947" v="848"/>
          <ac:spMkLst>
            <pc:docMk/>
            <pc:sldMk cId="3433482664" sldId="264"/>
            <ac:spMk id="21" creationId="{8CD586A2-5C7F-47EF-B5D8-3B1681BF0DB0}"/>
          </ac:spMkLst>
        </pc:spChg>
        <pc:spChg chg="add del">
          <ac:chgData name="ALEJANDRA MARQUEZ QUINTERO" userId="3d1d7e43-f8dd-4d56-900d-0f0daf54a887" providerId="ADAL" clId="{B5CE56B1-F075-4E74-9B2D-C3BAA14E6016}" dt="2025-07-25T19:54:41.947" v="848"/>
          <ac:spMkLst>
            <pc:docMk/>
            <pc:sldMk cId="3433482664" sldId="264"/>
            <ac:spMk id="22" creationId="{C3270D7B-E36F-4CBE-9A0B-5221CAD22941}"/>
          </ac:spMkLst>
        </pc:spChg>
        <pc:spChg chg="add del">
          <ac:chgData name="ALEJANDRA MARQUEZ QUINTERO" userId="3d1d7e43-f8dd-4d56-900d-0f0daf54a887" providerId="ADAL" clId="{B5CE56B1-F075-4E74-9B2D-C3BAA14E6016}" dt="2025-07-25T19:54:41.947" v="848"/>
          <ac:spMkLst>
            <pc:docMk/>
            <pc:sldMk cId="3433482664" sldId="264"/>
            <ac:spMk id="23" creationId="{83CCD7A3-8473-44ED-837C-80FFB9AB5A2D}"/>
          </ac:spMkLst>
        </pc:spChg>
        <pc:spChg chg="add del">
          <ac:chgData name="ALEJANDRA MARQUEZ QUINTERO" userId="3d1d7e43-f8dd-4d56-900d-0f0daf54a887" providerId="ADAL" clId="{B5CE56B1-F075-4E74-9B2D-C3BAA14E6016}" dt="2025-07-25T19:54:41.947" v="848"/>
          <ac:spMkLst>
            <pc:docMk/>
            <pc:sldMk cId="3433482664" sldId="264"/>
            <ac:spMk id="24" creationId="{0AFA40BB-3631-4AD7-808A-39AD9BA69494}"/>
          </ac:spMkLst>
        </pc:spChg>
        <pc:spChg chg="add del">
          <ac:chgData name="ALEJANDRA MARQUEZ QUINTERO" userId="3d1d7e43-f8dd-4d56-900d-0f0daf54a887" providerId="ADAL" clId="{B5CE56B1-F075-4E74-9B2D-C3BAA14E6016}" dt="2025-07-25T19:54:41.947" v="848"/>
          <ac:spMkLst>
            <pc:docMk/>
            <pc:sldMk cId="3433482664" sldId="264"/>
            <ac:spMk id="25" creationId="{3B040130-EDE1-452D-A105-7D27000548F0}"/>
          </ac:spMkLst>
        </pc:spChg>
        <pc:spChg chg="add del">
          <ac:chgData name="ALEJANDRA MARQUEZ QUINTERO" userId="3d1d7e43-f8dd-4d56-900d-0f0daf54a887" providerId="ADAL" clId="{B5CE56B1-F075-4E74-9B2D-C3BAA14E6016}" dt="2025-07-25T19:54:41.947" v="848"/>
          <ac:spMkLst>
            <pc:docMk/>
            <pc:sldMk cId="3433482664" sldId="264"/>
            <ac:spMk id="26" creationId="{44B2E2DC-394A-4288-BA19-0CEEAF161DD6}"/>
          </ac:spMkLst>
        </pc:spChg>
        <pc:spChg chg="add del">
          <ac:chgData name="ALEJANDRA MARQUEZ QUINTERO" userId="3d1d7e43-f8dd-4d56-900d-0f0daf54a887" providerId="ADAL" clId="{B5CE56B1-F075-4E74-9B2D-C3BAA14E6016}" dt="2025-07-25T19:54:41.947" v="848"/>
          <ac:spMkLst>
            <pc:docMk/>
            <pc:sldMk cId="3433482664" sldId="264"/>
            <ac:spMk id="27" creationId="{03ECDFBB-4FE7-4CDC-BD63-55DAC5E0D185}"/>
          </ac:spMkLst>
        </pc:spChg>
        <pc:spChg chg="add del">
          <ac:chgData name="ALEJANDRA MARQUEZ QUINTERO" userId="3d1d7e43-f8dd-4d56-900d-0f0daf54a887" providerId="ADAL" clId="{B5CE56B1-F075-4E74-9B2D-C3BAA14E6016}" dt="2025-07-25T19:54:44.074" v="850"/>
          <ac:spMkLst>
            <pc:docMk/>
            <pc:sldMk cId="3433482664" sldId="264"/>
            <ac:spMk id="28" creationId="{D3D032C4-1C48-436C-8976-914341AAFF32}"/>
          </ac:spMkLst>
        </pc:spChg>
        <pc:spChg chg="add del">
          <ac:chgData name="ALEJANDRA MARQUEZ QUINTERO" userId="3d1d7e43-f8dd-4d56-900d-0f0daf54a887" providerId="ADAL" clId="{B5CE56B1-F075-4E74-9B2D-C3BAA14E6016}" dt="2025-07-25T19:54:44.074" v="850"/>
          <ac:spMkLst>
            <pc:docMk/>
            <pc:sldMk cId="3433482664" sldId="264"/>
            <ac:spMk id="29" creationId="{A15BB902-9F7E-4B98-BE91-033EA868A6B5}"/>
          </ac:spMkLst>
        </pc:spChg>
        <pc:spChg chg="add del">
          <ac:chgData name="ALEJANDRA MARQUEZ QUINTERO" userId="3d1d7e43-f8dd-4d56-900d-0f0daf54a887" providerId="ADAL" clId="{B5CE56B1-F075-4E74-9B2D-C3BAA14E6016}" dt="2025-07-25T19:54:44.074" v="850"/>
          <ac:spMkLst>
            <pc:docMk/>
            <pc:sldMk cId="3433482664" sldId="264"/>
            <ac:spMk id="30" creationId="{606751F1-F6DE-43ED-84C6-C4C3CEB1037A}"/>
          </ac:spMkLst>
        </pc:spChg>
        <pc:spChg chg="add del">
          <ac:chgData name="ALEJANDRA MARQUEZ QUINTERO" userId="3d1d7e43-f8dd-4d56-900d-0f0daf54a887" providerId="ADAL" clId="{B5CE56B1-F075-4E74-9B2D-C3BAA14E6016}" dt="2025-07-25T19:54:44.074" v="850"/>
          <ac:spMkLst>
            <pc:docMk/>
            <pc:sldMk cId="3433482664" sldId="264"/>
            <ac:spMk id="31" creationId="{78461E53-8B23-4737-916F-A6D2EFD0E0A5}"/>
          </ac:spMkLst>
        </pc:spChg>
        <pc:spChg chg="add del">
          <ac:chgData name="ALEJANDRA MARQUEZ QUINTERO" userId="3d1d7e43-f8dd-4d56-900d-0f0daf54a887" providerId="ADAL" clId="{B5CE56B1-F075-4E74-9B2D-C3BAA14E6016}" dt="2025-07-25T19:54:44.074" v="850"/>
          <ac:spMkLst>
            <pc:docMk/>
            <pc:sldMk cId="3433482664" sldId="264"/>
            <ac:spMk id="32" creationId="{0A2EF62A-BD3B-4F76-9F26-E4A808A5ADBE}"/>
          </ac:spMkLst>
        </pc:spChg>
        <pc:spChg chg="add del">
          <ac:chgData name="ALEJANDRA MARQUEZ QUINTERO" userId="3d1d7e43-f8dd-4d56-900d-0f0daf54a887" providerId="ADAL" clId="{B5CE56B1-F075-4E74-9B2D-C3BAA14E6016}" dt="2025-07-25T19:54:44.074" v="850"/>
          <ac:spMkLst>
            <pc:docMk/>
            <pc:sldMk cId="3433482664" sldId="264"/>
            <ac:spMk id="33" creationId="{EFF633A3-812B-4B11-8B59-6D3A0DC9A57A}"/>
          </ac:spMkLst>
        </pc:spChg>
        <pc:spChg chg="add del">
          <ac:chgData name="ALEJANDRA MARQUEZ QUINTERO" userId="3d1d7e43-f8dd-4d56-900d-0f0daf54a887" providerId="ADAL" clId="{B5CE56B1-F075-4E74-9B2D-C3BAA14E6016}" dt="2025-07-25T19:54:44.074" v="850"/>
          <ac:spMkLst>
            <pc:docMk/>
            <pc:sldMk cId="3433482664" sldId="264"/>
            <ac:spMk id="34" creationId="{39CF5BB4-64A1-4111-8391-C85FEA2ADC33}"/>
          </ac:spMkLst>
        </pc:spChg>
        <pc:spChg chg="add del">
          <ac:chgData name="ALEJANDRA MARQUEZ QUINTERO" userId="3d1d7e43-f8dd-4d56-900d-0f0daf54a887" providerId="ADAL" clId="{B5CE56B1-F075-4E74-9B2D-C3BAA14E6016}" dt="2025-07-25T19:54:44.074" v="850"/>
          <ac:spMkLst>
            <pc:docMk/>
            <pc:sldMk cId="3433482664" sldId="264"/>
            <ac:spMk id="35" creationId="{F4C048D2-92FB-4D11-B2E6-F5591165737C}"/>
          </ac:spMkLst>
        </pc:spChg>
        <pc:spChg chg="add del">
          <ac:chgData name="ALEJANDRA MARQUEZ QUINTERO" userId="3d1d7e43-f8dd-4d56-900d-0f0daf54a887" providerId="ADAL" clId="{B5CE56B1-F075-4E74-9B2D-C3BAA14E6016}" dt="2025-07-25T19:54:44.074" v="850"/>
          <ac:spMkLst>
            <pc:docMk/>
            <pc:sldMk cId="3433482664" sldId="264"/>
            <ac:spMk id="36" creationId="{F4A33685-F4D5-4278-B5EF-FC9800CE066E}"/>
          </ac:spMkLst>
        </pc:spChg>
        <pc:spChg chg="add del">
          <ac:chgData name="ALEJANDRA MARQUEZ QUINTERO" userId="3d1d7e43-f8dd-4d56-900d-0f0daf54a887" providerId="ADAL" clId="{B5CE56B1-F075-4E74-9B2D-C3BAA14E6016}" dt="2025-07-25T19:54:44.074" v="850"/>
          <ac:spMkLst>
            <pc:docMk/>
            <pc:sldMk cId="3433482664" sldId="264"/>
            <ac:spMk id="37" creationId="{3428A5A8-F68B-4150-9CCD-29EB768E597F}"/>
          </ac:spMkLst>
        </pc:spChg>
        <pc:spChg chg="add del">
          <ac:chgData name="ALEJANDRA MARQUEZ QUINTERO" userId="3d1d7e43-f8dd-4d56-900d-0f0daf54a887" providerId="ADAL" clId="{B5CE56B1-F075-4E74-9B2D-C3BAA14E6016}" dt="2025-07-25T19:54:44.074" v="850"/>
          <ac:spMkLst>
            <pc:docMk/>
            <pc:sldMk cId="3433482664" sldId="264"/>
            <ac:spMk id="38" creationId="{DA3C15FE-46A5-47BC-9E7F-CB139C558857}"/>
          </ac:spMkLst>
        </pc:spChg>
        <pc:spChg chg="add del">
          <ac:chgData name="ALEJANDRA MARQUEZ QUINTERO" userId="3d1d7e43-f8dd-4d56-900d-0f0daf54a887" providerId="ADAL" clId="{B5CE56B1-F075-4E74-9B2D-C3BAA14E6016}" dt="2025-07-25T19:55:02.167" v="852"/>
          <ac:spMkLst>
            <pc:docMk/>
            <pc:sldMk cId="3433482664" sldId="264"/>
            <ac:spMk id="39" creationId="{48153FD9-DC12-4C7B-A0A3-2887808BB5BF}"/>
          </ac:spMkLst>
        </pc:spChg>
        <pc:spChg chg="add del">
          <ac:chgData name="ALEJANDRA MARQUEZ QUINTERO" userId="3d1d7e43-f8dd-4d56-900d-0f0daf54a887" providerId="ADAL" clId="{B5CE56B1-F075-4E74-9B2D-C3BAA14E6016}" dt="2025-07-25T19:55:02.167" v="852"/>
          <ac:spMkLst>
            <pc:docMk/>
            <pc:sldMk cId="3433482664" sldId="264"/>
            <ac:spMk id="40" creationId="{A1D41C48-8CB6-43FD-B75C-97BA40A97E69}"/>
          </ac:spMkLst>
        </pc:spChg>
        <pc:spChg chg="add del">
          <ac:chgData name="ALEJANDRA MARQUEZ QUINTERO" userId="3d1d7e43-f8dd-4d56-900d-0f0daf54a887" providerId="ADAL" clId="{B5CE56B1-F075-4E74-9B2D-C3BAA14E6016}" dt="2025-07-25T19:55:02.167" v="852"/>
          <ac:spMkLst>
            <pc:docMk/>
            <pc:sldMk cId="3433482664" sldId="264"/>
            <ac:spMk id="41" creationId="{53F44885-416D-46D7-8B13-AF2B1A4EAC7C}"/>
          </ac:spMkLst>
        </pc:spChg>
        <pc:spChg chg="add del">
          <ac:chgData name="ALEJANDRA MARQUEZ QUINTERO" userId="3d1d7e43-f8dd-4d56-900d-0f0daf54a887" providerId="ADAL" clId="{B5CE56B1-F075-4E74-9B2D-C3BAA14E6016}" dt="2025-07-25T19:55:02.167" v="852"/>
          <ac:spMkLst>
            <pc:docMk/>
            <pc:sldMk cId="3433482664" sldId="264"/>
            <ac:spMk id="42" creationId="{0BADBF45-A2AD-4715-A119-6613DC33F6FF}"/>
          </ac:spMkLst>
        </pc:spChg>
        <pc:spChg chg="add del">
          <ac:chgData name="ALEJANDRA MARQUEZ QUINTERO" userId="3d1d7e43-f8dd-4d56-900d-0f0daf54a887" providerId="ADAL" clId="{B5CE56B1-F075-4E74-9B2D-C3BAA14E6016}" dt="2025-07-25T19:55:02.167" v="852"/>
          <ac:spMkLst>
            <pc:docMk/>
            <pc:sldMk cId="3433482664" sldId="264"/>
            <ac:spMk id="43" creationId="{B6B838DB-93A1-4FFC-8671-3C0A5455F179}"/>
          </ac:spMkLst>
        </pc:spChg>
        <pc:spChg chg="add del">
          <ac:chgData name="ALEJANDRA MARQUEZ QUINTERO" userId="3d1d7e43-f8dd-4d56-900d-0f0daf54a887" providerId="ADAL" clId="{B5CE56B1-F075-4E74-9B2D-C3BAA14E6016}" dt="2025-07-25T19:55:02.167" v="852"/>
          <ac:spMkLst>
            <pc:docMk/>
            <pc:sldMk cId="3433482664" sldId="264"/>
            <ac:spMk id="44" creationId="{ED3F31BD-05B4-4ACD-A148-07892EF6A2BF}"/>
          </ac:spMkLst>
        </pc:spChg>
        <pc:spChg chg="add del">
          <ac:chgData name="ALEJANDRA MARQUEZ QUINTERO" userId="3d1d7e43-f8dd-4d56-900d-0f0daf54a887" providerId="ADAL" clId="{B5CE56B1-F075-4E74-9B2D-C3BAA14E6016}" dt="2025-07-25T19:55:02.167" v="852"/>
          <ac:spMkLst>
            <pc:docMk/>
            <pc:sldMk cId="3433482664" sldId="264"/>
            <ac:spMk id="45" creationId="{6F2559E0-5FAB-4E5C-827F-4312C65C0F23}"/>
          </ac:spMkLst>
        </pc:spChg>
        <pc:spChg chg="add del">
          <ac:chgData name="ALEJANDRA MARQUEZ QUINTERO" userId="3d1d7e43-f8dd-4d56-900d-0f0daf54a887" providerId="ADAL" clId="{B5CE56B1-F075-4E74-9B2D-C3BAA14E6016}" dt="2025-07-25T19:55:02.167" v="852"/>
          <ac:spMkLst>
            <pc:docMk/>
            <pc:sldMk cId="3433482664" sldId="264"/>
            <ac:spMk id="46" creationId="{5D776D8C-672A-4DEE-9AE2-9F1ADE9473CB}"/>
          </ac:spMkLst>
        </pc:spChg>
        <pc:spChg chg="add del">
          <ac:chgData name="ALEJANDRA MARQUEZ QUINTERO" userId="3d1d7e43-f8dd-4d56-900d-0f0daf54a887" providerId="ADAL" clId="{B5CE56B1-F075-4E74-9B2D-C3BAA14E6016}" dt="2025-07-25T19:55:02.167" v="852"/>
          <ac:spMkLst>
            <pc:docMk/>
            <pc:sldMk cId="3433482664" sldId="264"/>
            <ac:spMk id="47" creationId="{4B9F7916-2939-4BDE-AB75-9739889032E0}"/>
          </ac:spMkLst>
        </pc:spChg>
        <pc:spChg chg="add del">
          <ac:chgData name="ALEJANDRA MARQUEZ QUINTERO" userId="3d1d7e43-f8dd-4d56-900d-0f0daf54a887" providerId="ADAL" clId="{B5CE56B1-F075-4E74-9B2D-C3BAA14E6016}" dt="2025-07-25T19:55:02.167" v="852"/>
          <ac:spMkLst>
            <pc:docMk/>
            <pc:sldMk cId="3433482664" sldId="264"/>
            <ac:spMk id="48" creationId="{EA74405C-034B-4822-818F-A9124DA94FC2}"/>
          </ac:spMkLst>
        </pc:spChg>
        <pc:spChg chg="add del">
          <ac:chgData name="ALEJANDRA MARQUEZ QUINTERO" userId="3d1d7e43-f8dd-4d56-900d-0f0daf54a887" providerId="ADAL" clId="{B5CE56B1-F075-4E74-9B2D-C3BAA14E6016}" dt="2025-07-25T19:55:02.167" v="852"/>
          <ac:spMkLst>
            <pc:docMk/>
            <pc:sldMk cId="3433482664" sldId="264"/>
            <ac:spMk id="49" creationId="{45B409D9-72BD-4C11-8338-20AD6A6BE286}"/>
          </ac:spMkLst>
        </pc:spChg>
        <pc:spChg chg="add del">
          <ac:chgData name="ALEJANDRA MARQUEZ QUINTERO" userId="3d1d7e43-f8dd-4d56-900d-0f0daf54a887" providerId="ADAL" clId="{B5CE56B1-F075-4E74-9B2D-C3BAA14E6016}" dt="2025-07-25T19:55:10.684" v="855"/>
          <ac:spMkLst>
            <pc:docMk/>
            <pc:sldMk cId="3433482664" sldId="264"/>
            <ac:spMk id="50" creationId="{B69C574B-102F-4E3F-BB4E-B5FA2F9BCD02}"/>
          </ac:spMkLst>
        </pc:spChg>
        <pc:spChg chg="add del">
          <ac:chgData name="ALEJANDRA MARQUEZ QUINTERO" userId="3d1d7e43-f8dd-4d56-900d-0f0daf54a887" providerId="ADAL" clId="{B5CE56B1-F075-4E74-9B2D-C3BAA14E6016}" dt="2025-07-25T19:55:10.684" v="855"/>
          <ac:spMkLst>
            <pc:docMk/>
            <pc:sldMk cId="3433482664" sldId="264"/>
            <ac:spMk id="51" creationId="{99FA9C4A-AE93-48E9-A9FE-F0A0AF52D610}"/>
          </ac:spMkLst>
        </pc:spChg>
        <pc:spChg chg="add del">
          <ac:chgData name="ALEJANDRA MARQUEZ QUINTERO" userId="3d1d7e43-f8dd-4d56-900d-0f0daf54a887" providerId="ADAL" clId="{B5CE56B1-F075-4E74-9B2D-C3BAA14E6016}" dt="2025-07-25T19:55:10.684" v="855"/>
          <ac:spMkLst>
            <pc:docMk/>
            <pc:sldMk cId="3433482664" sldId="264"/>
            <ac:spMk id="52" creationId="{02F9EE7A-3BA7-4A20-A160-FA1D54CE6118}"/>
          </ac:spMkLst>
        </pc:spChg>
        <pc:spChg chg="add del">
          <ac:chgData name="ALEJANDRA MARQUEZ QUINTERO" userId="3d1d7e43-f8dd-4d56-900d-0f0daf54a887" providerId="ADAL" clId="{B5CE56B1-F075-4E74-9B2D-C3BAA14E6016}" dt="2025-07-25T19:55:10.684" v="855"/>
          <ac:spMkLst>
            <pc:docMk/>
            <pc:sldMk cId="3433482664" sldId="264"/>
            <ac:spMk id="53" creationId="{513D563C-E3D5-430B-88F0-0EB599CA4BBA}"/>
          </ac:spMkLst>
        </pc:spChg>
        <pc:spChg chg="add del">
          <ac:chgData name="ALEJANDRA MARQUEZ QUINTERO" userId="3d1d7e43-f8dd-4d56-900d-0f0daf54a887" providerId="ADAL" clId="{B5CE56B1-F075-4E74-9B2D-C3BAA14E6016}" dt="2025-07-25T19:55:10.684" v="855"/>
          <ac:spMkLst>
            <pc:docMk/>
            <pc:sldMk cId="3433482664" sldId="264"/>
            <ac:spMk id="54" creationId="{73FED696-AC65-47D0-91E0-9D1C912185AA}"/>
          </ac:spMkLst>
        </pc:spChg>
        <pc:spChg chg="add del">
          <ac:chgData name="ALEJANDRA MARQUEZ QUINTERO" userId="3d1d7e43-f8dd-4d56-900d-0f0daf54a887" providerId="ADAL" clId="{B5CE56B1-F075-4E74-9B2D-C3BAA14E6016}" dt="2025-07-25T19:55:10.684" v="855"/>
          <ac:spMkLst>
            <pc:docMk/>
            <pc:sldMk cId="3433482664" sldId="264"/>
            <ac:spMk id="55" creationId="{80FA942D-22A3-424F-8D85-B8726383ADC5}"/>
          </ac:spMkLst>
        </pc:spChg>
        <pc:spChg chg="add del">
          <ac:chgData name="ALEJANDRA MARQUEZ QUINTERO" userId="3d1d7e43-f8dd-4d56-900d-0f0daf54a887" providerId="ADAL" clId="{B5CE56B1-F075-4E74-9B2D-C3BAA14E6016}" dt="2025-07-25T19:55:10.684" v="855"/>
          <ac:spMkLst>
            <pc:docMk/>
            <pc:sldMk cId="3433482664" sldId="264"/>
            <ac:spMk id="56" creationId="{7538ACEA-C084-43DF-B35C-2CE2298B1FE6}"/>
          </ac:spMkLst>
        </pc:spChg>
        <pc:spChg chg="add del">
          <ac:chgData name="ALEJANDRA MARQUEZ QUINTERO" userId="3d1d7e43-f8dd-4d56-900d-0f0daf54a887" providerId="ADAL" clId="{B5CE56B1-F075-4E74-9B2D-C3BAA14E6016}" dt="2025-07-25T19:55:10.684" v="855"/>
          <ac:spMkLst>
            <pc:docMk/>
            <pc:sldMk cId="3433482664" sldId="264"/>
            <ac:spMk id="57" creationId="{42E5A4FE-FC6F-4AE2-9D18-94496F6060E5}"/>
          </ac:spMkLst>
        </pc:spChg>
        <pc:spChg chg="add del">
          <ac:chgData name="ALEJANDRA MARQUEZ QUINTERO" userId="3d1d7e43-f8dd-4d56-900d-0f0daf54a887" providerId="ADAL" clId="{B5CE56B1-F075-4E74-9B2D-C3BAA14E6016}" dt="2025-07-25T19:55:10.684" v="855"/>
          <ac:spMkLst>
            <pc:docMk/>
            <pc:sldMk cId="3433482664" sldId="264"/>
            <ac:spMk id="58" creationId="{BCA3C25C-1426-496C-9449-5F5A151ABA64}"/>
          </ac:spMkLst>
        </pc:spChg>
        <pc:spChg chg="add del">
          <ac:chgData name="ALEJANDRA MARQUEZ QUINTERO" userId="3d1d7e43-f8dd-4d56-900d-0f0daf54a887" providerId="ADAL" clId="{B5CE56B1-F075-4E74-9B2D-C3BAA14E6016}" dt="2025-07-25T19:55:10.684" v="855"/>
          <ac:spMkLst>
            <pc:docMk/>
            <pc:sldMk cId="3433482664" sldId="264"/>
            <ac:spMk id="59" creationId="{5CF8AEB6-699D-4570-95E8-C81797A41C3F}"/>
          </ac:spMkLst>
        </pc:spChg>
        <pc:spChg chg="add del">
          <ac:chgData name="ALEJANDRA MARQUEZ QUINTERO" userId="3d1d7e43-f8dd-4d56-900d-0f0daf54a887" providerId="ADAL" clId="{B5CE56B1-F075-4E74-9B2D-C3BAA14E6016}" dt="2025-07-25T19:55:10.684" v="855"/>
          <ac:spMkLst>
            <pc:docMk/>
            <pc:sldMk cId="3433482664" sldId="264"/>
            <ac:spMk id="60" creationId="{744709AC-AC01-4E48-9965-781B9570FEC1}"/>
          </ac:spMkLst>
        </pc:spChg>
        <pc:spChg chg="add mod">
          <ac:chgData name="ALEJANDRA MARQUEZ QUINTERO" userId="3d1d7e43-f8dd-4d56-900d-0f0daf54a887" providerId="ADAL" clId="{B5CE56B1-F075-4E74-9B2D-C3BAA14E6016}" dt="2025-07-25T19:58:05.382" v="883" actId="20577"/>
          <ac:spMkLst>
            <pc:docMk/>
            <pc:sldMk cId="3433482664" sldId="264"/>
            <ac:spMk id="62" creationId="{24EE705B-4691-44B8-A73A-A133ACBED0BE}"/>
          </ac:spMkLst>
        </pc:spChg>
        <pc:picChg chg="del">
          <ac:chgData name="ALEJANDRA MARQUEZ QUINTERO" userId="3d1d7e43-f8dd-4d56-900d-0f0daf54a887" providerId="ADAL" clId="{B5CE56B1-F075-4E74-9B2D-C3BAA14E6016}" dt="2025-07-25T19:51:10.404" v="696" actId="478"/>
          <ac:picMkLst>
            <pc:docMk/>
            <pc:sldMk cId="3433482664" sldId="264"/>
            <ac:picMk id="3" creationId="{43B78894-A007-4C76-BE61-4EBD5107ADD0}"/>
          </ac:picMkLst>
        </pc:picChg>
      </pc:sldChg>
      <pc:sldChg chg="modSp add mod">
        <pc:chgData name="ALEJANDRA MARQUEZ QUINTERO" userId="3d1d7e43-f8dd-4d56-900d-0f0daf54a887" providerId="ADAL" clId="{B5CE56B1-F075-4E74-9B2D-C3BAA14E6016}" dt="2025-07-25T19:57:06.774" v="869" actId="403"/>
        <pc:sldMkLst>
          <pc:docMk/>
          <pc:sldMk cId="3238442413" sldId="265"/>
        </pc:sldMkLst>
        <pc:spChg chg="mod">
          <ac:chgData name="ALEJANDRA MARQUEZ QUINTERO" userId="3d1d7e43-f8dd-4d56-900d-0f0daf54a887" providerId="ADAL" clId="{B5CE56B1-F075-4E74-9B2D-C3BAA14E6016}" dt="2025-07-25T19:57:06.774" v="869" actId="403"/>
          <ac:spMkLst>
            <pc:docMk/>
            <pc:sldMk cId="3238442413" sldId="265"/>
            <ac:spMk id="62" creationId="{24EE705B-4691-44B8-A73A-A133ACBED0B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88721A-E903-4726-A876-DFE66552A5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E2C086-37AD-4108-BB07-BC83A9DB7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4372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864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enially.com/es/plantilla/completa-los-huecos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enially.com/es/plantilla/diagrama-puzle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enially.com/es/plantilla/tarjetas-educativas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3089320-ECE4-4E8A-ACAE-86358FC918F1}"/>
              </a:ext>
            </a:extLst>
          </p:cNvPr>
          <p:cNvSpPr/>
          <p:nvPr/>
        </p:nvSpPr>
        <p:spPr>
          <a:xfrm>
            <a:off x="3801835" y="2751364"/>
            <a:ext cx="4588329" cy="135527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500" b="1" dirty="0"/>
              <a:t>SGSSS</a:t>
            </a:r>
          </a:p>
        </p:txBody>
      </p:sp>
    </p:spTree>
    <p:extLst>
      <p:ext uri="{BB962C8B-B14F-4D97-AF65-F5344CB8AC3E}">
        <p14:creationId xmlns:p14="http://schemas.microsoft.com/office/powerpoint/2010/main" val="627648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3089320-ECE4-4E8A-ACAE-86358FC918F1}"/>
              </a:ext>
            </a:extLst>
          </p:cNvPr>
          <p:cNvSpPr/>
          <p:nvPr/>
        </p:nvSpPr>
        <p:spPr>
          <a:xfrm>
            <a:off x="-2" y="195943"/>
            <a:ext cx="9388947" cy="48985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/>
              <a:t>Unidad 1 - </a:t>
            </a:r>
            <a:r>
              <a:rPr lang="es-CO" sz="1800" b="1" dirty="0">
                <a:effectLst/>
                <a:latin typeface="Arial" panose="020B0604020202020204" pitchFamily="34" charset="0"/>
              </a:rPr>
              <a:t> </a:t>
            </a:r>
            <a:r>
              <a:rPr lang="es-ES" sz="1800" b="1" dirty="0">
                <a:effectLst/>
                <a:latin typeface="Arial" panose="020B0604020202020204" pitchFamily="34" charset="0"/>
              </a:rPr>
              <a:t>Actividad: Explorando la evolución del SGSSS en Colombia - Parte 1</a:t>
            </a:r>
            <a:endParaRPr lang="es-CO" sz="1800" b="1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3D31954-8DCA-4902-AB74-41049F35A007}"/>
              </a:ext>
            </a:extLst>
          </p:cNvPr>
          <p:cNvSpPr txBox="1"/>
          <p:nvPr/>
        </p:nvSpPr>
        <p:spPr>
          <a:xfrm>
            <a:off x="413657" y="805582"/>
            <a:ext cx="9677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2"/>
              </a:rPr>
              <a:t>https://genially.com/es/plantilla/completa-los-huecos/</a:t>
            </a:r>
            <a:r>
              <a:rPr lang="es-CO" dirty="0"/>
              <a:t>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F262D6-D818-4103-B80C-74406FD9B867}"/>
              </a:ext>
            </a:extLst>
          </p:cNvPr>
          <p:cNvSpPr/>
          <p:nvPr/>
        </p:nvSpPr>
        <p:spPr>
          <a:xfrm>
            <a:off x="326571" y="1294696"/>
            <a:ext cx="11288488" cy="808511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Cambiar la actividad 3 </a:t>
            </a:r>
            <a:r>
              <a:rPr lang="es-CO" sz="1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Análisis de caso: la reputación online de una clínica de salud</a:t>
            </a:r>
            <a:endParaRPr lang="es-CO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600">
                <a:latin typeface="Arial" panose="020B0604020202020204" pitchFamily="34" charset="0"/>
                <a:cs typeface="Arial" panose="020B0604020202020204" pitchFamily="34" charset="0"/>
              </a:rPr>
              <a:t>por esta. </a:t>
            </a:r>
            <a:endParaRPr lang="es-CO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3FF4D9-F071-4988-B81E-661B1860B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079" y="2331025"/>
            <a:ext cx="7262866" cy="397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290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3089320-ECE4-4E8A-ACAE-86358FC918F1}"/>
              </a:ext>
            </a:extLst>
          </p:cNvPr>
          <p:cNvSpPr/>
          <p:nvPr/>
        </p:nvSpPr>
        <p:spPr>
          <a:xfrm>
            <a:off x="0" y="195943"/>
            <a:ext cx="9677400" cy="48985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/>
              <a:t>Unidad 2 </a:t>
            </a:r>
            <a:r>
              <a:rPr lang="es-ES" b="1" dirty="0">
                <a:latin typeface="Arial" panose="020B0604020202020204" pitchFamily="34" charset="0"/>
              </a:rPr>
              <a:t>– Actividad 3: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Simulación de afiliación a distintos regímenes de salud</a:t>
            </a:r>
            <a:endParaRPr lang="es-CO" sz="20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3D31954-8DCA-4902-AB74-41049F35A007}"/>
              </a:ext>
            </a:extLst>
          </p:cNvPr>
          <p:cNvSpPr txBox="1"/>
          <p:nvPr/>
        </p:nvSpPr>
        <p:spPr>
          <a:xfrm>
            <a:off x="413657" y="1012762"/>
            <a:ext cx="9677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2"/>
              </a:rPr>
              <a:t>https://genially.com/es/plantilla/diagrama-puzle/</a:t>
            </a:r>
            <a:r>
              <a:rPr lang="es-CO" dirty="0"/>
              <a:t>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F262D6-D818-4103-B80C-74406FD9B867}"/>
              </a:ext>
            </a:extLst>
          </p:cNvPr>
          <p:cNvSpPr/>
          <p:nvPr/>
        </p:nvSpPr>
        <p:spPr>
          <a:xfrm>
            <a:off x="413657" y="1382094"/>
            <a:ext cx="11288488" cy="95833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En cada uno de los cuadritos poner los roles que podría tener cada persona: </a:t>
            </a:r>
            <a:r>
              <a:rPr lang="es-E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(trabajador formal, independiente, campesino sin ingresos fijos, docente estatal, o militar) y al hacer </a:t>
            </a:r>
            <a:r>
              <a:rPr lang="es-E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mouseover</a:t>
            </a:r>
            <a:r>
              <a:rPr lang="es-E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se despliega la información de cada uno. (Incluida en el guion y en la </a:t>
            </a:r>
            <a:r>
              <a:rPr lang="es-E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</a:t>
            </a:r>
            <a:r>
              <a:rPr lang="es-E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slide</a:t>
            </a:r>
            <a:r>
              <a:rPr lang="es-E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0CA92B-6F6A-4923-86ED-A27CD341E9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449" t="39287" r="40087" b="8173"/>
          <a:stretch/>
        </p:blipFill>
        <p:spPr>
          <a:xfrm>
            <a:off x="2405742" y="2675980"/>
            <a:ext cx="6999516" cy="418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94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3089320-ECE4-4E8A-ACAE-86358FC918F1}"/>
              </a:ext>
            </a:extLst>
          </p:cNvPr>
          <p:cNvSpPr/>
          <p:nvPr/>
        </p:nvSpPr>
        <p:spPr>
          <a:xfrm>
            <a:off x="0" y="195943"/>
            <a:ext cx="9677400" cy="48985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/>
              <a:t>Unidad 2 </a:t>
            </a:r>
            <a:r>
              <a:rPr lang="es-ES" b="1" dirty="0">
                <a:latin typeface="Arial" panose="020B0604020202020204" pitchFamily="34" charset="0"/>
              </a:rPr>
              <a:t>– Actividad 3: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Simulación de afiliación a distintos regímenes de salud</a:t>
            </a:r>
            <a:endParaRPr lang="es-CO" sz="20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6144224-CB82-4C55-8863-44AEC100920D}"/>
              </a:ext>
            </a:extLst>
          </p:cNvPr>
          <p:cNvSpPr txBox="1"/>
          <p:nvPr/>
        </p:nvSpPr>
        <p:spPr>
          <a:xfrm>
            <a:off x="881743" y="1102702"/>
            <a:ext cx="10602686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Trabajador formal</a:t>
            </a:r>
            <a:b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Eres una persona contratada por una empresa, con salario fijo y afiliación legal al sistema de seguridad social. Tu empleador realiza aportes mensuales en tu nombre.</a:t>
            </a:r>
          </a:p>
          <a:p>
            <a:endParaRPr lang="es-CO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s-C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Trabajador independiente</a:t>
            </a:r>
            <a:b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Trabajas por cuenta propia, generas tus propios ingresos y debes encargarte tú mismo de afiliarte al sistema de salud y pagar los aportes correspondientes.</a:t>
            </a:r>
          </a:p>
          <a:p>
            <a:endParaRPr lang="es-CO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s-C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Campesino sin ingresos fijos</a:t>
            </a:r>
            <a:b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Vives en una zona rural y tus ingresos dependen de actividades agrícolas informales o de temporada. No tienes un ingreso estable ni contrato laboral.</a:t>
            </a:r>
          </a:p>
          <a:p>
            <a:endParaRPr lang="es-CO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s-C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Docente estatal</a:t>
            </a:r>
            <a:b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Eres parte del sistema educativo público. Trabajas para el Estado y estás afiliado a un fondo especial de prestaciones, distinto al de los demás trabajadores.</a:t>
            </a:r>
          </a:p>
          <a:p>
            <a:endParaRPr lang="es-CO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s-C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Militar o integrante de la fuerza pública</a:t>
            </a:r>
            <a:b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Eres parte del Ejército, la Policía u otra fuerza pública. Tu salud está cubierta por un sistema exclusivo, diferente al de la población general.</a:t>
            </a:r>
            <a:endParaRPr lang="es-CO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142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3089320-ECE4-4E8A-ACAE-86358FC918F1}"/>
              </a:ext>
            </a:extLst>
          </p:cNvPr>
          <p:cNvSpPr/>
          <p:nvPr/>
        </p:nvSpPr>
        <p:spPr>
          <a:xfrm>
            <a:off x="-1" y="195943"/>
            <a:ext cx="8621486" cy="48985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/>
              <a:t>Unidad 3 – Actividad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Debate: ¿Funciona bien el sistema de riesgos laborales?</a:t>
            </a:r>
            <a:endParaRPr lang="es-CO" sz="20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3D31954-8DCA-4902-AB74-41049F35A007}"/>
              </a:ext>
            </a:extLst>
          </p:cNvPr>
          <p:cNvSpPr txBox="1"/>
          <p:nvPr/>
        </p:nvSpPr>
        <p:spPr>
          <a:xfrm>
            <a:off x="413657" y="1012762"/>
            <a:ext cx="9677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2"/>
              </a:rPr>
              <a:t>https://genially.com/es/plantilla/tarjetas-educativas/</a:t>
            </a:r>
            <a:r>
              <a:rPr lang="es-CO" dirty="0"/>
              <a:t>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F262D6-D818-4103-B80C-74406FD9B867}"/>
              </a:ext>
            </a:extLst>
          </p:cNvPr>
          <p:cNvSpPr/>
          <p:nvPr/>
        </p:nvSpPr>
        <p:spPr>
          <a:xfrm>
            <a:off x="2938918" y="1604291"/>
            <a:ext cx="5954486" cy="808511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dirty="0"/>
              <a:t>En cada tarjeta va la información correspondiente a las instrucciones del debate: (</a:t>
            </a:r>
            <a:r>
              <a:rPr lang="es-CO" dirty="0" err="1"/>
              <a:t>Slide</a:t>
            </a:r>
            <a:r>
              <a:rPr lang="es-CO" dirty="0"/>
              <a:t> siguiente)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3B78894-A007-4C76-BE61-4EBD5107A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375" y="2634999"/>
            <a:ext cx="5726110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319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3089320-ECE4-4E8A-ACAE-86358FC918F1}"/>
              </a:ext>
            </a:extLst>
          </p:cNvPr>
          <p:cNvSpPr/>
          <p:nvPr/>
        </p:nvSpPr>
        <p:spPr>
          <a:xfrm>
            <a:off x="-1" y="195943"/>
            <a:ext cx="8621486" cy="48985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/>
              <a:t>Unidad 3 – Actividad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Debate: ¿Funciona bien el sistema de riesgos laborales?</a:t>
            </a:r>
            <a:endParaRPr lang="es-CO" sz="2000" b="1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4EE705B-4691-44B8-A73A-A133ACBED0BE}"/>
              </a:ext>
            </a:extLst>
          </p:cNvPr>
          <p:cNvSpPr txBox="1"/>
          <p:nvPr/>
        </p:nvSpPr>
        <p:spPr>
          <a:xfrm>
            <a:off x="185057" y="1066800"/>
            <a:ext cx="8945335" cy="4544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s-ES" sz="16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Tarjeta 1</a:t>
            </a:r>
            <a:r>
              <a:rPr lang="es-ES" sz="16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Actividad </a:t>
            </a:r>
            <a:r>
              <a:rPr lang="es-CO" sz="1600" b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¿</a:t>
            </a:r>
            <a:r>
              <a:rPr lang="es-CO" sz="1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Funciona bien el sistema de riesgos laborales en Colombia?</a:t>
            </a:r>
            <a:endParaRPr lang="es-CO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 esta actividad realizaremos un debate estructurado en clase. Un equipo argumentará a favor del sistema actual y otro lo cuestionará y propondrá alternativas.</a:t>
            </a:r>
            <a:b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preparación previa es clave: deberán investigar y construir sus argumentos para defender su postura.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s-ES" sz="16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Tarjeta 2: Equipo a favor</a:t>
            </a:r>
            <a:endParaRPr lang="es-CO" sz="16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Defiende el sistema actual</a:t>
            </a:r>
            <a:endParaRPr lang="es-CO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Este equipo argumentará que el sistema de riesgos laborales funciona adecuadamente.</a:t>
            </a:r>
            <a:b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Deberán buscar información que respalde su postura, incluyendo coberturas, beneficios y logros del sistema vigente.</a:t>
            </a:r>
            <a:b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Prepárense para responder a las críticas del otro equipo.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s-ES" sz="16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Tarjeta 3: Equipo en contra</a:t>
            </a:r>
            <a:endParaRPr lang="es-CO" sz="16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Cuestiona el sistema y propone mejoras</a:t>
            </a:r>
            <a:endParaRPr lang="es-CO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Este equipo señalará las fallas o limitaciones del sistema actual de riesgos laborales.</a:t>
            </a:r>
            <a:b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Deberán investigar problemáticas actuales y pensar en propuestas concretas de mejora.</a:t>
            </a:r>
            <a:b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 objetivo será mostrar por qué el sistema necesita transformaciones.</a:t>
            </a:r>
          </a:p>
        </p:txBody>
      </p:sp>
    </p:spTree>
    <p:extLst>
      <p:ext uri="{BB962C8B-B14F-4D97-AF65-F5344CB8AC3E}">
        <p14:creationId xmlns:p14="http://schemas.microsoft.com/office/powerpoint/2010/main" val="3433482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3089320-ECE4-4E8A-ACAE-86358FC918F1}"/>
              </a:ext>
            </a:extLst>
          </p:cNvPr>
          <p:cNvSpPr/>
          <p:nvPr/>
        </p:nvSpPr>
        <p:spPr>
          <a:xfrm>
            <a:off x="-1" y="195943"/>
            <a:ext cx="8621486" cy="48985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/>
              <a:t>Unidad 3 – Actividad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Debate: ¿Funciona bien el sistema de riesgos laborales?</a:t>
            </a:r>
            <a:endParaRPr lang="es-CO" sz="2000" b="1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4EE705B-4691-44B8-A73A-A133ACBED0BE}"/>
              </a:ext>
            </a:extLst>
          </p:cNvPr>
          <p:cNvSpPr txBox="1"/>
          <p:nvPr/>
        </p:nvSpPr>
        <p:spPr>
          <a:xfrm>
            <a:off x="185057" y="1066800"/>
            <a:ext cx="8945335" cy="4544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s-ES" sz="16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Tarjeta 4: Temas clave para investigar</a:t>
            </a:r>
            <a:endParaRPr lang="es-CO" sz="16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Para preparar el debate, deben explorar al menos estos tres temas: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Acceso real a los servicios de las Administradoras de Riesgos Laborales (ARL).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Situación de los trabajadores informales frente a los riesgos laborales.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Reformas o propuestas de mejora que se han planteado sobre el sistema.</a:t>
            </a:r>
          </a:p>
          <a:p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Pueden ampliar o profundizar según los intereses del grupo.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s-ES" sz="16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Tarjeta 5: Formato del debate</a:t>
            </a:r>
            <a:endParaRPr lang="es-CO" sz="16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actividad se desarrollará como un debate estructurado, con las siguientes reglas básicas: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 moderador organizará los turnos y el tiempo.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Cada equipo tendrá oportunidades para presentar argumentos, contraargumentar y cerrar.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espera una participación respetuosa, clara y bien fundamentada.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Finalizaremos con una conclusión general entre todos.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s-ES" sz="16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Tarjeta 6: Reflexión final</a:t>
            </a:r>
            <a:endParaRPr lang="es-CO" sz="16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Después del debate, abriremos un espacio para compartir percepciones sobre lo discutido.</a:t>
            </a:r>
            <a:b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¿Qué ideas nuevas surgieron? ¿Cambió tu punto de vista? ¿Qué destacarías del ejercicio?</a:t>
            </a:r>
          </a:p>
          <a:p>
            <a:r>
              <a:rPr lang="es-CO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También podrán dejar por escrito propuestas o reflexiones personales si lo desean.</a:t>
            </a:r>
          </a:p>
        </p:txBody>
      </p:sp>
    </p:spTree>
    <p:extLst>
      <p:ext uri="{BB962C8B-B14F-4D97-AF65-F5344CB8AC3E}">
        <p14:creationId xmlns:p14="http://schemas.microsoft.com/office/powerpoint/2010/main" val="32384424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719</Words>
  <Application>Microsoft Office PowerPoint</Application>
  <PresentationFormat>Panorámica</PresentationFormat>
  <Paragraphs>46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ALEJANDRA MARQUEZ QUINTERO</dc:creator>
  <cp:lastModifiedBy>ALEJANDRA MARQUEZ QUINTERO</cp:lastModifiedBy>
  <cp:revision>1</cp:revision>
  <dcterms:created xsi:type="dcterms:W3CDTF">2025-07-16T21:19:27Z</dcterms:created>
  <dcterms:modified xsi:type="dcterms:W3CDTF">2025-07-27T14:39:27Z</dcterms:modified>
</cp:coreProperties>
</file>